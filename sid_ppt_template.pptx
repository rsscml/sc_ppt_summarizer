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2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ags/tag5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147473379" r:id="rId2"/>
    <p:sldId id="2147483645" r:id="rId3"/>
  </p:sldIdLst>
  <p:sldSz cx="9144000" cy="5143500" type="screen16x9"/>
  <p:notesSz cx="6858000" cy="9144000"/>
  <p:defaultTextStyle>
    <a:defPPr>
      <a:defRPr lang=""/>
    </a:defPPr>
    <a:lvl1pPr algn="l" defTabSz="514350" rtl="0" eaLnBrk="0" fontAlgn="base" hangingPunct="0">
      <a:spcBef>
        <a:spcPct val="0"/>
      </a:spcBef>
      <a:spcAft>
        <a:spcPct val="0"/>
      </a:spcAft>
      <a:defRPr sz="97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257175" indent="85725" algn="l" defTabSz="514350" rtl="0" eaLnBrk="0" fontAlgn="base" hangingPunct="0">
      <a:spcBef>
        <a:spcPct val="0"/>
      </a:spcBef>
      <a:spcAft>
        <a:spcPct val="0"/>
      </a:spcAft>
      <a:defRPr sz="97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514350" indent="171450" algn="l" defTabSz="514350" rtl="0" eaLnBrk="0" fontAlgn="base" hangingPunct="0">
      <a:spcBef>
        <a:spcPct val="0"/>
      </a:spcBef>
      <a:spcAft>
        <a:spcPct val="0"/>
      </a:spcAft>
      <a:defRPr sz="97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771525" indent="257175" algn="l" defTabSz="514350" rtl="0" eaLnBrk="0" fontAlgn="base" hangingPunct="0">
      <a:spcBef>
        <a:spcPct val="0"/>
      </a:spcBef>
      <a:spcAft>
        <a:spcPct val="0"/>
      </a:spcAft>
      <a:defRPr sz="97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028700" indent="342900" algn="l" defTabSz="514350" rtl="0" eaLnBrk="0" fontAlgn="base" hangingPunct="0">
      <a:spcBef>
        <a:spcPct val="0"/>
      </a:spcBef>
      <a:spcAft>
        <a:spcPct val="0"/>
      </a:spcAft>
      <a:defRPr sz="97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7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057400" algn="l" defTabSz="685800" rtl="0" eaLnBrk="1" latinLnBrk="0" hangingPunct="1">
      <a:defRPr sz="97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2400300" algn="l" defTabSz="685800" rtl="0" eaLnBrk="1" latinLnBrk="0" hangingPunct="1">
      <a:defRPr sz="97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2743200" algn="l" defTabSz="685800" rtl="0" eaLnBrk="1" latinLnBrk="0" hangingPunct="1">
      <a:defRPr sz="97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99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5496264674493062E-2"/>
          <c:y val="5.5496264674493062E-2"/>
          <c:w val="0.88900747065101382"/>
          <c:h val="0.88900747065101382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AEF-403E-B3E5-3FB88A97D5C5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AEF-403E-B3E5-3FB88A97D5C5}"/>
              </c:ext>
            </c:extLst>
          </c:dPt>
          <c:dPt>
            <c:idx val="2"/>
            <c:bubble3D val="0"/>
            <c:spPr>
              <a:solidFill>
                <a:srgbClr val="FCEF3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AEF-403E-B3E5-3FB88A97D5C5}"/>
              </c:ext>
            </c:extLst>
          </c:dPt>
          <c:dPt>
            <c:idx val="3"/>
            <c:bubble3D val="0"/>
            <c:spPr>
              <a:solidFill>
                <a:srgbClr val="38DF1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AEF-403E-B3E5-3FB88A97D5C5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0">
                  <c:v>2.0408163265306123</c:v>
                </c:pt>
                <c:pt idx="1">
                  <c:v>26.530612244897956</c:v>
                </c:pt>
                <c:pt idx="2">
                  <c:v>40.816326530612237</c:v>
                </c:pt>
                <c:pt idx="3">
                  <c:v>30.612244897959179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EF-403E-B3E5-3FB88A97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53"/>
      </c:pieChart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27957-A13A-424E-BF88-C67D8830C9C3}" type="datetimeFigureOut">
              <a:rPr lang="en-US" smtClean="0"/>
              <a:t>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1F5CD-E6B6-4E6A-B7FE-8CD48FF10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79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3238" y="895350"/>
            <a:ext cx="5589587" cy="31448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4233" y="5314799"/>
            <a:ext cx="5767041" cy="161583"/>
          </a:xfrm>
        </p:spPr>
        <p:txBody>
          <a:bodyPr/>
          <a:lstStyle/>
          <a:p>
            <a:r>
              <a:rPr lang="de-DE"/>
              <a:t>Prasad </a:t>
            </a:r>
            <a:r>
              <a:rPr lang="de-DE" err="1"/>
              <a:t>Sawant</a:t>
            </a:r>
            <a:r>
              <a:rPr lang="de-DE"/>
              <a:t> – </a:t>
            </a:r>
            <a:r>
              <a:rPr lang="de-DE" err="1"/>
              <a:t>onsite</a:t>
            </a:r>
            <a:r>
              <a:rPr lang="de-DE"/>
              <a:t> </a:t>
            </a:r>
            <a:r>
              <a:rPr lang="de-DE" err="1"/>
              <a:t>tracking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Quality </a:t>
            </a:r>
            <a:r>
              <a:rPr lang="de-DE" err="1"/>
              <a:t>development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DB947-ADF7-4BC6-846E-7DA70119D0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72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414233" y="5314799"/>
            <a:ext cx="5767041" cy="161583"/>
          </a:xfr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GB"/>
              <a:t> </a:t>
            </a:r>
            <a:fld id="{E559B186-E8AF-4B83-83C3-B8551CB39F7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6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7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8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9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/Überschrift/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5656A527-2B30-4111-9C28-C0E1011C32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052" name="Objekt 2" hidden="1">
                        <a:extLst>
                          <a:ext uri="{FF2B5EF4-FFF2-40B4-BE49-F238E27FC236}">
                            <a16:creationId xmlns:a16="http://schemas.microsoft.com/office/drawing/2014/main" id="{956455E9-BFCF-4CE6-91C6-0364FDD371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D70C3477-0B0C-4760-954C-DD19C657AD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11">
            <a:extLst>
              <a:ext uri="{FF2B5EF4-FFF2-40B4-BE49-F238E27FC236}">
                <a16:creationId xmlns:a16="http://schemas.microsoft.com/office/drawing/2014/main" id="{48158217-6590-42E2-A54F-BA82095E3B63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2412" y="4894660"/>
            <a:ext cx="1204913" cy="179784"/>
          </a:xfrm>
          <a:prstGeom prst="rect">
            <a:avLst/>
          </a:prstGeom>
        </p:spPr>
      </p:pic>
      <p:cxnSp>
        <p:nvCxnSpPr>
          <p:cNvPr id="8" name="Gerader Verbinder 12">
            <a:extLst>
              <a:ext uri="{FF2B5EF4-FFF2-40B4-BE49-F238E27FC236}">
                <a16:creationId xmlns:a16="http://schemas.microsoft.com/office/drawing/2014/main" id="{CD323FF4-CD85-47ED-88CE-1BF53C4A6228}"/>
              </a:ext>
            </a:extLst>
          </p:cNvPr>
          <p:cNvCxnSpPr>
            <a:cxnSpLocks/>
          </p:cNvCxnSpPr>
          <p:nvPr/>
        </p:nvCxnSpPr>
        <p:spPr>
          <a:xfrm>
            <a:off x="-1191" y="4824413"/>
            <a:ext cx="914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3"/>
          <p:cNvSpPr>
            <a:spLocks noGrp="1"/>
          </p:cNvSpPr>
          <p:nvPr>
            <p:ph type="body" sz="quarter" idx="17"/>
          </p:nvPr>
        </p:nvSpPr>
        <p:spPr>
          <a:xfrm>
            <a:off x="251249" y="1062113"/>
            <a:ext cx="8640000" cy="3525759"/>
          </a:xfrm>
          <a:prstGeom prst="rect">
            <a:avLst/>
          </a:prstGeom>
        </p:spPr>
        <p:txBody>
          <a:bodyPr/>
          <a:lstStyle>
            <a:lvl1pPr marL="177796" indent="-177796">
              <a:buSzPct val="100000"/>
              <a:buFont typeface="Wingdings 2" panose="05020102010507070707" pitchFamily="18" charset="2"/>
              <a:buChar char=""/>
              <a:defRPr/>
            </a:lvl1pPr>
            <a:lvl2pPr marL="361941" indent="-195258">
              <a:buFont typeface="Arial" panose="020B0604020202020204" pitchFamily="34" charset="0"/>
              <a:buChar char="−"/>
              <a:defRPr/>
            </a:lvl2pPr>
            <a:lvl3pPr marL="538150" indent="-176209">
              <a:buFont typeface="Arial" panose="020B0604020202020204" pitchFamily="34" charset="0"/>
              <a:buChar char="−"/>
              <a:defRPr/>
            </a:lvl3pPr>
            <a:lvl4pPr marL="715945" indent="-177796">
              <a:buFont typeface="Arial" panose="020B0604020202020204" pitchFamily="34" charset="0"/>
              <a:buChar char="−"/>
              <a:defRPr/>
            </a:lvl4pPr>
            <a:lvl5pPr marL="900091" indent="-184145"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itelplatzhalter 1"/>
          <p:cNvSpPr>
            <a:spLocks noGrp="1"/>
          </p:cNvSpPr>
          <p:nvPr>
            <p:ph type="title"/>
          </p:nvPr>
        </p:nvSpPr>
        <p:spPr>
          <a:xfrm>
            <a:off x="250827" y="446399"/>
            <a:ext cx="8640000" cy="543600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251250" y="4644000"/>
            <a:ext cx="8640000" cy="144000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tabLst>
                <a:tab pos="331185" algn="l"/>
                <a:tab pos="662371" algn="l"/>
                <a:tab pos="993557" algn="l"/>
              </a:tabLst>
              <a:defRPr sz="800"/>
            </a:lvl1pPr>
            <a:lvl2pPr marL="165593" indent="0">
              <a:buFontTx/>
              <a:buNone/>
              <a:defRPr sz="1108"/>
            </a:lvl2pPr>
            <a:lvl3pPr marL="331185" indent="0">
              <a:buFontTx/>
              <a:buNone/>
              <a:defRPr sz="1108"/>
            </a:lvl3pPr>
            <a:lvl4pPr marL="512897" indent="0">
              <a:buFontTx/>
              <a:buNone/>
              <a:defRPr sz="1108"/>
            </a:lvl4pPr>
            <a:lvl5pPr marL="662371" indent="0">
              <a:buFontTx/>
              <a:buNone/>
              <a:defRPr sz="1108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137E8084-8D01-404A-8AA2-B4B40C5FFE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Foliennummernplatzhalter 6">
            <a:extLst>
              <a:ext uri="{FF2B5EF4-FFF2-40B4-BE49-F238E27FC236}">
                <a16:creationId xmlns:a16="http://schemas.microsoft.com/office/drawing/2014/main" id="{7EDB2C02-A910-42F0-9D48-6C58CDD825E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r">
              <a:defRPr sz="80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8F519ED2-F5DD-40B5-9F31-1C4621BFF0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61287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/Überschrift/Inhalt/Subline/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2" hidden="1">
            <a:extLst>
              <a:ext uri="{FF2B5EF4-FFF2-40B4-BE49-F238E27FC236}">
                <a16:creationId xmlns:a16="http://schemas.microsoft.com/office/drawing/2014/main" id="{75238A7B-97A1-48D3-89B4-655477B751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076" name="Objekt 2" hidden="1">
                        <a:extLst>
                          <a:ext uri="{FF2B5EF4-FFF2-40B4-BE49-F238E27FC236}">
                            <a16:creationId xmlns:a16="http://schemas.microsoft.com/office/drawing/2014/main" id="{37ECB5D4-BAD7-4657-A5D2-9FA2C7E24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1" hidden="1">
            <a:extLst>
              <a:ext uri="{FF2B5EF4-FFF2-40B4-BE49-F238E27FC236}">
                <a16:creationId xmlns:a16="http://schemas.microsoft.com/office/drawing/2014/main" id="{43B83A7C-32A6-4859-ABDF-18A5F56B57D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Grafik 14">
            <a:extLst>
              <a:ext uri="{FF2B5EF4-FFF2-40B4-BE49-F238E27FC236}">
                <a16:creationId xmlns:a16="http://schemas.microsoft.com/office/drawing/2014/main" id="{9971C8C8-C274-4E46-99D6-399FBAB17DA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2412" y="4894660"/>
            <a:ext cx="1204913" cy="179784"/>
          </a:xfrm>
          <a:prstGeom prst="rect">
            <a:avLst/>
          </a:prstGeom>
        </p:spPr>
      </p:pic>
      <p:cxnSp>
        <p:nvCxnSpPr>
          <p:cNvPr id="11" name="Gerader Verbinder 16">
            <a:extLst>
              <a:ext uri="{FF2B5EF4-FFF2-40B4-BE49-F238E27FC236}">
                <a16:creationId xmlns:a16="http://schemas.microsoft.com/office/drawing/2014/main" id="{6A34AE00-07BE-45BD-B149-13E72CC08E9B}"/>
              </a:ext>
            </a:extLst>
          </p:cNvPr>
          <p:cNvCxnSpPr>
            <a:cxnSpLocks/>
          </p:cNvCxnSpPr>
          <p:nvPr/>
        </p:nvCxnSpPr>
        <p:spPr>
          <a:xfrm>
            <a:off x="-1191" y="4824413"/>
            <a:ext cx="914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253175" y="4644000"/>
            <a:ext cx="8640000" cy="1440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800"/>
            </a:lvl1pPr>
            <a:lvl2pPr marL="165593" indent="0">
              <a:buFontTx/>
              <a:buNone/>
              <a:defRPr sz="1108"/>
            </a:lvl2pPr>
            <a:lvl3pPr marL="331185" indent="0">
              <a:buFontTx/>
              <a:buNone/>
              <a:defRPr sz="1108"/>
            </a:lvl3pPr>
            <a:lvl4pPr marL="512897" indent="0">
              <a:buFontTx/>
              <a:buNone/>
              <a:defRPr sz="1108"/>
            </a:lvl4pPr>
            <a:lvl5pPr marL="662371" indent="0">
              <a:buFontTx/>
              <a:buNone/>
              <a:defRPr sz="1108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252000" y="1062113"/>
            <a:ext cx="8640000" cy="266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00457E"/>
              </a:buClr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telplatzhalter 1"/>
          <p:cNvSpPr>
            <a:spLocks noGrp="1"/>
          </p:cNvSpPr>
          <p:nvPr>
            <p:ph type="title"/>
          </p:nvPr>
        </p:nvSpPr>
        <p:spPr>
          <a:xfrm>
            <a:off x="250825" y="446399"/>
            <a:ext cx="8640000" cy="276999"/>
          </a:xfrm>
          <a:prstGeom prst="rect">
            <a:avLst/>
          </a:prstGeom>
        </p:spPr>
        <p:txBody>
          <a:bodyPr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Textplatzhalter 3"/>
          <p:cNvSpPr>
            <a:spLocks noGrp="1"/>
          </p:cNvSpPr>
          <p:nvPr>
            <p:ph type="body" sz="quarter" idx="17"/>
          </p:nvPr>
        </p:nvSpPr>
        <p:spPr>
          <a:xfrm>
            <a:off x="252000" y="122400"/>
            <a:ext cx="8640000" cy="201600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84408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57E"/>
              </a:buClr>
              <a:buSzPct val="100000"/>
              <a:buFont typeface="Wingdings 2" panose="05020102010507070707" pitchFamily="18" charset="2"/>
              <a:buNone/>
              <a:tabLst/>
              <a:defRPr sz="1000"/>
            </a:lvl1pPr>
            <a:lvl2pPr marL="361941" indent="-195258">
              <a:buFont typeface="Arial" panose="020B0604020202020204" pitchFamily="34" charset="0"/>
              <a:buChar char="−"/>
              <a:defRPr/>
            </a:lvl2pPr>
            <a:lvl3pPr marL="538150" indent="-176209">
              <a:buFont typeface="Arial" panose="020B0604020202020204" pitchFamily="34" charset="0"/>
              <a:buChar char="−"/>
              <a:defRPr/>
            </a:lvl3pPr>
            <a:lvl4pPr marL="715945" indent="-177796">
              <a:buFont typeface="Arial" panose="020B0604020202020204" pitchFamily="34" charset="0"/>
              <a:buChar char="−"/>
              <a:defRPr/>
            </a:lvl4pPr>
            <a:lvl5pPr marL="900091" indent="-184145"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253175" y="1402558"/>
            <a:ext cx="8640000" cy="318531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Fußzeilenplatzhalter 5">
            <a:extLst>
              <a:ext uri="{FF2B5EF4-FFF2-40B4-BE49-F238E27FC236}">
                <a16:creationId xmlns:a16="http://schemas.microsoft.com/office/drawing/2014/main" id="{56FBFDD5-5CA9-4149-95E2-1CDD046814D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" name="Foliennummernplatzhalter 6">
            <a:extLst>
              <a:ext uri="{FF2B5EF4-FFF2-40B4-BE49-F238E27FC236}">
                <a16:creationId xmlns:a16="http://schemas.microsoft.com/office/drawing/2014/main" id="{C257486D-0554-4733-BED0-1B310D253DE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r">
              <a:defRPr sz="80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971D3A8E-87F7-409E-BB9F-2A0FEDA3E3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690474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/Subline/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8B4314E8-75ED-49D8-AC5A-F4E0073A71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100" name="Objekt 2" hidden="1">
                        <a:extLst>
                          <a:ext uri="{FF2B5EF4-FFF2-40B4-BE49-F238E27FC236}">
                            <a16:creationId xmlns:a16="http://schemas.microsoft.com/office/drawing/2014/main" id="{11FFED53-34B5-4B24-AD75-FF8D3CA63C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3C85260A-F296-4F97-A6E4-A55AFB3E133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EA114EF-9691-4EE5-B934-EAA11369A426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2412" y="4894660"/>
            <a:ext cx="1204913" cy="179784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C9DD004-F132-447F-B9E5-A158C5B36F84}"/>
              </a:ext>
            </a:extLst>
          </p:cNvPr>
          <p:cNvCxnSpPr>
            <a:cxnSpLocks/>
          </p:cNvCxnSpPr>
          <p:nvPr/>
        </p:nvCxnSpPr>
        <p:spPr>
          <a:xfrm>
            <a:off x="-1191" y="4824413"/>
            <a:ext cx="914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elplatzhalter 1"/>
          <p:cNvSpPr>
            <a:spLocks noGrp="1"/>
          </p:cNvSpPr>
          <p:nvPr>
            <p:ph type="title"/>
          </p:nvPr>
        </p:nvSpPr>
        <p:spPr>
          <a:xfrm>
            <a:off x="250826" y="446399"/>
            <a:ext cx="8640000" cy="543600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251249" y="4644000"/>
            <a:ext cx="8640000" cy="144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tabLst>
                <a:tab pos="331185" algn="l"/>
                <a:tab pos="662371" algn="l"/>
                <a:tab pos="993557" algn="l"/>
              </a:tabLst>
              <a:defRPr sz="800"/>
            </a:lvl1pPr>
            <a:lvl2pPr marL="165593" indent="0">
              <a:buFontTx/>
              <a:buNone/>
              <a:defRPr sz="1108"/>
            </a:lvl2pPr>
            <a:lvl3pPr marL="331185" indent="0">
              <a:buFontTx/>
              <a:buNone/>
              <a:defRPr sz="1108"/>
            </a:lvl3pPr>
            <a:lvl4pPr marL="512897" indent="0">
              <a:buFontTx/>
              <a:buNone/>
              <a:defRPr sz="1108"/>
            </a:lvl4pPr>
            <a:lvl5pPr marL="662371" indent="0">
              <a:buFontTx/>
              <a:buNone/>
              <a:defRPr sz="1108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7"/>
          </p:nvPr>
        </p:nvSpPr>
        <p:spPr>
          <a:xfrm>
            <a:off x="252000" y="122400"/>
            <a:ext cx="8640000" cy="201600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84408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57E"/>
              </a:buClr>
              <a:buSzPct val="100000"/>
              <a:buFont typeface="Wingdings 2" panose="05020102010507070707" pitchFamily="18" charset="2"/>
              <a:buNone/>
              <a:tabLst/>
              <a:defRPr sz="1000"/>
            </a:lvl1pPr>
            <a:lvl2pPr marL="361941" indent="-195258">
              <a:buFont typeface="Arial" panose="020B0604020202020204" pitchFamily="34" charset="0"/>
              <a:buChar char="−"/>
              <a:defRPr/>
            </a:lvl2pPr>
            <a:lvl3pPr marL="538150" indent="-176209">
              <a:buFont typeface="Arial" panose="020B0604020202020204" pitchFamily="34" charset="0"/>
              <a:buChar char="−"/>
              <a:defRPr/>
            </a:lvl3pPr>
            <a:lvl4pPr marL="715945" indent="-177796">
              <a:buFont typeface="Arial" panose="020B0604020202020204" pitchFamily="34" charset="0"/>
              <a:buChar char="−"/>
              <a:defRPr/>
            </a:lvl4pPr>
            <a:lvl5pPr marL="900091" indent="-184145"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D3DD3D7A-639A-41F2-A249-26202E91D38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" name="Foliennummernplatzhalter 6">
            <a:extLst>
              <a:ext uri="{FF2B5EF4-FFF2-40B4-BE49-F238E27FC236}">
                <a16:creationId xmlns:a16="http://schemas.microsoft.com/office/drawing/2014/main" id="{ABD6883A-E21B-4C4F-9F17-546DA9ABED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r">
              <a:defRPr sz="80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2430D689-9560-430F-9E23-C62FD9C1C1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629884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/Überschrift kombiniert Inhalt/Subline/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2" hidden="1">
            <a:extLst>
              <a:ext uri="{FF2B5EF4-FFF2-40B4-BE49-F238E27FC236}">
                <a16:creationId xmlns:a16="http://schemas.microsoft.com/office/drawing/2014/main" id="{41CCA35A-E25D-4E8F-B6F1-7A0142503F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5124" name="Objekt 2" hidden="1">
                        <a:extLst>
                          <a:ext uri="{FF2B5EF4-FFF2-40B4-BE49-F238E27FC236}">
                            <a16:creationId xmlns:a16="http://schemas.microsoft.com/office/drawing/2014/main" id="{A740757E-C323-4F57-9767-2C8262F025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1" hidden="1">
            <a:extLst>
              <a:ext uri="{FF2B5EF4-FFF2-40B4-BE49-F238E27FC236}">
                <a16:creationId xmlns:a16="http://schemas.microsoft.com/office/drawing/2014/main" id="{0772AD59-1000-47F1-9AC3-03846DA65A8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8" name="Grafik 11">
            <a:extLst>
              <a:ext uri="{FF2B5EF4-FFF2-40B4-BE49-F238E27FC236}">
                <a16:creationId xmlns:a16="http://schemas.microsoft.com/office/drawing/2014/main" id="{ECC4E681-51B9-412A-B864-77663C2F7E07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2412" y="4894660"/>
            <a:ext cx="1204913" cy="179784"/>
          </a:xfrm>
          <a:prstGeom prst="rect">
            <a:avLst/>
          </a:prstGeom>
        </p:spPr>
      </p:pic>
      <p:cxnSp>
        <p:nvCxnSpPr>
          <p:cNvPr id="9" name="Gerader Verbinder 12">
            <a:extLst>
              <a:ext uri="{FF2B5EF4-FFF2-40B4-BE49-F238E27FC236}">
                <a16:creationId xmlns:a16="http://schemas.microsoft.com/office/drawing/2014/main" id="{41845419-68FC-4FB1-8D87-3C1C8782917E}"/>
              </a:ext>
            </a:extLst>
          </p:cNvPr>
          <p:cNvCxnSpPr>
            <a:cxnSpLocks/>
          </p:cNvCxnSpPr>
          <p:nvPr/>
        </p:nvCxnSpPr>
        <p:spPr>
          <a:xfrm>
            <a:off x="-1191" y="4824413"/>
            <a:ext cx="914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253175" y="122400"/>
            <a:ext cx="8640000" cy="2016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tabLst>
                <a:tab pos="331185" algn="l"/>
                <a:tab pos="662371" algn="l"/>
                <a:tab pos="993557" algn="l"/>
              </a:tabLst>
              <a:defRPr sz="1000"/>
            </a:lvl1pPr>
            <a:lvl2pPr marL="165593" indent="0">
              <a:buFontTx/>
              <a:buNone/>
              <a:defRPr sz="1108"/>
            </a:lvl2pPr>
            <a:lvl3pPr marL="331185" indent="0">
              <a:buFontTx/>
              <a:buNone/>
              <a:defRPr sz="1108"/>
            </a:lvl3pPr>
            <a:lvl4pPr marL="512897" indent="0">
              <a:buFontTx/>
              <a:buNone/>
              <a:defRPr sz="1108"/>
            </a:lvl4pPr>
            <a:lvl5pPr marL="662371" indent="0">
              <a:buFontTx/>
              <a:buNone/>
              <a:defRPr sz="1108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251249" y="1062113"/>
            <a:ext cx="8640000" cy="3525759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>
              <a:buNone/>
              <a:defRPr lang="en-GB" b="1" dirty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179384" indent="-179384">
              <a:buClr>
                <a:schemeClr val="tx2"/>
              </a:buClr>
              <a:buFont typeface="Wingdings 2" panose="05020102010507070707" pitchFamily="18" charset="2"/>
              <a:buChar char=""/>
              <a:defRPr lang="de-DE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354" indent="-180971">
              <a:buFont typeface="Arial" panose="020B0604020202020204" pitchFamily="34" charset="0"/>
              <a:buChar char="−"/>
              <a:defRPr/>
            </a:lvl4pPr>
            <a:lvl5pPr marL="539737" indent="-179384"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5" name="Titelplatzhalter 1"/>
          <p:cNvSpPr>
            <a:spLocks noGrp="1"/>
          </p:cNvSpPr>
          <p:nvPr>
            <p:ph type="title"/>
          </p:nvPr>
        </p:nvSpPr>
        <p:spPr>
          <a:xfrm>
            <a:off x="250825" y="446399"/>
            <a:ext cx="8640000" cy="276999"/>
          </a:xfrm>
          <a:prstGeom prst="rect">
            <a:avLst/>
          </a:prstGeom>
        </p:spPr>
        <p:txBody>
          <a:bodyPr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252001" y="4644000"/>
            <a:ext cx="8641175" cy="144000"/>
          </a:xfrm>
          <a:prstGeom prst="rect">
            <a:avLst/>
          </a:prstGeom>
        </p:spPr>
        <p:txBody>
          <a:bodyPr wrap="square" anchor="ctr" anchorCtr="0"/>
          <a:lstStyle>
            <a:lvl1pPr marL="0" marR="0" indent="0" algn="l" defTabSz="84408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57E"/>
              </a:buClr>
              <a:buSzPct val="115000"/>
              <a:buFont typeface="Wingdings 2" panose="05020102010507070707" pitchFamily="18" charset="2"/>
              <a:buNone/>
              <a:tabLst/>
              <a:defRPr sz="800" b="0">
                <a:solidFill>
                  <a:schemeClr val="tx1"/>
                </a:solidFill>
              </a:defRPr>
            </a:lvl1pPr>
            <a:lvl2pPr marL="0" indent="0">
              <a:spcBef>
                <a:spcPts val="300"/>
              </a:spcBef>
              <a:buNone/>
              <a:defRPr sz="1400"/>
            </a:lvl2pPr>
            <a:lvl3pPr marL="174621" indent="-166684">
              <a:spcBef>
                <a:spcPts val="300"/>
              </a:spcBef>
              <a:buClr>
                <a:srgbClr val="00457E"/>
              </a:buClr>
              <a:buFont typeface="Wingdings 2" panose="05020102010507070707" pitchFamily="18" charset="2"/>
              <a:buChar char=""/>
              <a:defRPr sz="1400"/>
            </a:lvl3pPr>
            <a:lvl4pPr marL="446077" indent="-239707">
              <a:spcBef>
                <a:spcPts val="300"/>
              </a:spcBef>
              <a:buFont typeface="Arial" panose="020B0604020202020204" pitchFamily="34" charset="0"/>
              <a:buChar char="−"/>
              <a:defRPr sz="1400"/>
            </a:lvl4pPr>
            <a:lvl5pPr marL="623873" indent="-177796">
              <a:spcBef>
                <a:spcPts val="300"/>
              </a:spcBef>
              <a:buFont typeface="Arial" panose="020B0604020202020204" pitchFamily="34" charset="0"/>
              <a:buChar char="−"/>
              <a:defRPr lang="de-DE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ußzeilenplatzhalter 5">
            <a:extLst>
              <a:ext uri="{FF2B5EF4-FFF2-40B4-BE49-F238E27FC236}">
                <a16:creationId xmlns:a16="http://schemas.microsoft.com/office/drawing/2014/main" id="{397F554E-E12D-4542-B964-932EED387B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" name="Foliennummernplatzhalter 6">
            <a:extLst>
              <a:ext uri="{FF2B5EF4-FFF2-40B4-BE49-F238E27FC236}">
                <a16:creationId xmlns:a16="http://schemas.microsoft.com/office/drawing/2014/main" id="{728B2B55-1ECE-4AB9-8DF9-7B3611D5B2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r">
              <a:defRPr sz="80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C93A48CA-DB42-40D3-88A7-D5D561A54B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821534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2" hidden="1">
            <a:extLst>
              <a:ext uri="{FF2B5EF4-FFF2-40B4-BE49-F238E27FC236}">
                <a16:creationId xmlns:a16="http://schemas.microsoft.com/office/drawing/2014/main" id="{E675F6D3-CA6F-4819-996D-4A6C5EEFF0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148" name="Objekt 2" hidden="1">
                        <a:extLst>
                          <a:ext uri="{FF2B5EF4-FFF2-40B4-BE49-F238E27FC236}">
                            <a16:creationId xmlns:a16="http://schemas.microsoft.com/office/drawing/2014/main" id="{0221773A-09FA-4FCC-A01D-4FFEFAB79E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1" hidden="1">
            <a:extLst>
              <a:ext uri="{FF2B5EF4-FFF2-40B4-BE49-F238E27FC236}">
                <a16:creationId xmlns:a16="http://schemas.microsoft.com/office/drawing/2014/main" id="{AF32F679-2783-45BF-82CD-4671E3DBB47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8" name="Grafik 6">
            <a:extLst>
              <a:ext uri="{FF2B5EF4-FFF2-40B4-BE49-F238E27FC236}">
                <a16:creationId xmlns:a16="http://schemas.microsoft.com/office/drawing/2014/main" id="{D683423B-1815-45E6-9578-EA9860514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8" y="1078706"/>
            <a:ext cx="405288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7">
            <a:extLst>
              <a:ext uri="{FF2B5EF4-FFF2-40B4-BE49-F238E27FC236}">
                <a16:creationId xmlns:a16="http://schemas.microsoft.com/office/drawing/2014/main" id="{62A2156A-6F6D-4B46-9B97-6598AE854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1AEA679-9C77-4C77-B612-6FBBFE7A7E80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1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1"/>
          </p:nvPr>
        </p:nvSpPr>
        <p:spPr>
          <a:xfrm>
            <a:off x="4750327" y="1203325"/>
            <a:ext cx="3801600" cy="269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9625820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B_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72ECDB74-827A-4A87-90F0-F32BB8EC2F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7172" name="Objekt 2" hidden="1">
                        <a:extLst>
                          <a:ext uri="{FF2B5EF4-FFF2-40B4-BE49-F238E27FC236}">
                            <a16:creationId xmlns:a16="http://schemas.microsoft.com/office/drawing/2014/main" id="{D68A2AB9-C469-4DA6-8130-7BD77AAC2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0ED6BF3F-3BA3-45D0-859E-4A2EC1DCCD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12">
            <a:extLst>
              <a:ext uri="{FF2B5EF4-FFF2-40B4-BE49-F238E27FC236}">
                <a16:creationId xmlns:a16="http://schemas.microsoft.com/office/drawing/2014/main" id="{173DEAD9-3016-4AFB-BFDA-2BF941B17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8"/>
          <a:stretch>
            <a:fillRect/>
          </a:stretch>
        </p:blipFill>
        <p:spPr bwMode="auto">
          <a:xfrm>
            <a:off x="4748212" y="1198960"/>
            <a:ext cx="3805238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0EB11CD5-3D0F-43AC-9B62-D89D034B5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11">
            <a:extLst>
              <a:ext uri="{FF2B5EF4-FFF2-40B4-BE49-F238E27FC236}">
                <a16:creationId xmlns:a16="http://schemas.microsoft.com/office/drawing/2014/main" id="{35D575F7-6EB9-4E91-8A50-49B6C2B64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3">
            <a:extLst>
              <a:ext uri="{FF2B5EF4-FFF2-40B4-BE49-F238E27FC236}">
                <a16:creationId xmlns:a16="http://schemas.microsoft.com/office/drawing/2014/main" id="{C06F6F96-A047-432B-BD11-2FF815E1468C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1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918073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B_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86FEA85C-6BF2-4FA8-9763-AD0416A0DD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8196" name="Objekt 2" hidden="1">
                        <a:extLst>
                          <a:ext uri="{FF2B5EF4-FFF2-40B4-BE49-F238E27FC236}">
                            <a16:creationId xmlns:a16="http://schemas.microsoft.com/office/drawing/2014/main" id="{9BBC70EC-D9CF-4247-BAC2-B0A8B3BC52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E9D771A4-BA1E-491B-A5FC-140A15B2B6A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77E2F24A-052C-4C6E-BA3D-EA1AC52A0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6"/>
          <a:stretch>
            <a:fillRect/>
          </a:stretch>
        </p:blipFill>
        <p:spPr bwMode="auto">
          <a:xfrm>
            <a:off x="4748212" y="1198960"/>
            <a:ext cx="3805238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11">
            <a:extLst>
              <a:ext uri="{FF2B5EF4-FFF2-40B4-BE49-F238E27FC236}">
                <a16:creationId xmlns:a16="http://schemas.microsoft.com/office/drawing/2014/main" id="{C60DFA74-2495-4FDA-B96C-5A8DBBA3C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14">
            <a:extLst>
              <a:ext uri="{FF2B5EF4-FFF2-40B4-BE49-F238E27FC236}">
                <a16:creationId xmlns:a16="http://schemas.microsoft.com/office/drawing/2014/main" id="{4A07E798-C81C-4075-9923-72629B20E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2">
            <a:extLst>
              <a:ext uri="{FF2B5EF4-FFF2-40B4-BE49-F238E27FC236}">
                <a16:creationId xmlns:a16="http://schemas.microsoft.com/office/drawing/2014/main" id="{F8152062-76E4-4066-BD44-857EF5CC79BB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1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9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94543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B_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634B2F15-2797-40AF-86AA-BF4085C625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9220" name="Objekt 2" hidden="1">
                        <a:extLst>
                          <a:ext uri="{FF2B5EF4-FFF2-40B4-BE49-F238E27FC236}">
                            <a16:creationId xmlns:a16="http://schemas.microsoft.com/office/drawing/2014/main" id="{9EE7EC42-3D38-446B-8858-4A28963457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ACFA3C5C-95BD-4ED0-943F-B3D1C910B32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2A491152-0C0B-4B63-9EB5-FFCE28009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2" t="5350"/>
          <a:stretch>
            <a:fillRect/>
          </a:stretch>
        </p:blipFill>
        <p:spPr bwMode="auto">
          <a:xfrm>
            <a:off x="4748212" y="1198960"/>
            <a:ext cx="3805238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11">
            <a:extLst>
              <a:ext uri="{FF2B5EF4-FFF2-40B4-BE49-F238E27FC236}">
                <a16:creationId xmlns:a16="http://schemas.microsoft.com/office/drawing/2014/main" id="{D04A4297-C863-4894-A668-B755C35C8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4">
            <a:extLst>
              <a:ext uri="{FF2B5EF4-FFF2-40B4-BE49-F238E27FC236}">
                <a16:creationId xmlns:a16="http://schemas.microsoft.com/office/drawing/2014/main" id="{18C17D9C-45AB-4367-836E-A1998FC03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fik 12">
            <a:extLst>
              <a:ext uri="{FF2B5EF4-FFF2-40B4-BE49-F238E27FC236}">
                <a16:creationId xmlns:a16="http://schemas.microsoft.com/office/drawing/2014/main" id="{FB1A87D4-5917-4D6E-9FE6-2FDFEA6509FF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8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2865391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B_Title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417B6F76-F90F-47A7-8355-649918A362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0244" name="Objekt 2" hidden="1">
                        <a:extLst>
                          <a:ext uri="{FF2B5EF4-FFF2-40B4-BE49-F238E27FC236}">
                            <a16:creationId xmlns:a16="http://schemas.microsoft.com/office/drawing/2014/main" id="{7DC2B402-3FF1-4EBF-B108-362D4DB53E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52113D66-FC86-45A3-B537-BFE548B6651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Bildplatzhalter 8">
            <a:extLst>
              <a:ext uri="{FF2B5EF4-FFF2-40B4-BE49-F238E27FC236}">
                <a16:creationId xmlns:a16="http://schemas.microsoft.com/office/drawing/2014/main" id="{EAFD792B-F576-4E00-8385-1C4CD117A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" r="3012"/>
          <a:stretch>
            <a:fillRect/>
          </a:stretch>
        </p:blipFill>
        <p:spPr bwMode="auto">
          <a:xfrm>
            <a:off x="4750594" y="1198960"/>
            <a:ext cx="3801666" cy="2696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50A665C-1FB1-48AB-93CF-8B6F18FF0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F22AB71-8D56-499B-AF68-7BF49BB52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0">
            <a:extLst>
              <a:ext uri="{FF2B5EF4-FFF2-40B4-BE49-F238E27FC236}">
                <a16:creationId xmlns:a16="http://schemas.microsoft.com/office/drawing/2014/main" id="{6BA5127A-52BF-4581-8E52-8A6126076235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6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018569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S_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BF4E9448-A887-4283-B3F3-1537346EF9A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1268" name="Objekt 2" hidden="1">
                        <a:extLst>
                          <a:ext uri="{FF2B5EF4-FFF2-40B4-BE49-F238E27FC236}">
                            <a16:creationId xmlns:a16="http://schemas.microsoft.com/office/drawing/2014/main" id="{2652C933-255A-47A8-BE1B-FF3D7CF62F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36F7E201-107D-40EF-9130-23141C2588C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9">
            <a:extLst>
              <a:ext uri="{FF2B5EF4-FFF2-40B4-BE49-F238E27FC236}">
                <a16:creationId xmlns:a16="http://schemas.microsoft.com/office/drawing/2014/main" id="{DA120891-C265-47ED-87DF-3AB7F91E5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8"/>
          <a:stretch>
            <a:fillRect/>
          </a:stretch>
        </p:blipFill>
        <p:spPr bwMode="auto">
          <a:xfrm>
            <a:off x="4748212" y="1202531"/>
            <a:ext cx="3805238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B1A2499-A3E1-4ADD-B090-AA4E84550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C7A3C95-27E2-4C63-877D-57D4B59AA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0">
            <a:extLst>
              <a:ext uri="{FF2B5EF4-FFF2-40B4-BE49-F238E27FC236}">
                <a16:creationId xmlns:a16="http://schemas.microsoft.com/office/drawing/2014/main" id="{90452DA4-2CDC-482B-821D-50E0081CD313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3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73002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S_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E9C00B36-372D-4660-AFDE-53107BC09A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2292" name="Objekt 2" hidden="1">
                        <a:extLst>
                          <a:ext uri="{FF2B5EF4-FFF2-40B4-BE49-F238E27FC236}">
                            <a16:creationId xmlns:a16="http://schemas.microsoft.com/office/drawing/2014/main" id="{C0906D1D-E626-41A5-A373-9F4A8B5573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845A2C83-401C-4E7D-ABF6-95172A9B86A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406EBB41-C721-44B9-BF9C-36CCC17AE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7DB44EE5-B94B-426F-A079-14F239FED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Bildplatzhalter 12">
            <a:extLst>
              <a:ext uri="{FF2B5EF4-FFF2-40B4-BE49-F238E27FC236}">
                <a16:creationId xmlns:a16="http://schemas.microsoft.com/office/drawing/2014/main" id="{8D00EA23-2E30-4CBC-BF89-EF67E18DC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0" r="2960"/>
          <a:stretch>
            <a:fillRect/>
          </a:stretch>
        </p:blipFill>
        <p:spPr bwMode="auto">
          <a:xfrm>
            <a:off x="4750594" y="1203722"/>
            <a:ext cx="3801666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0">
            <a:extLst>
              <a:ext uri="{FF2B5EF4-FFF2-40B4-BE49-F238E27FC236}">
                <a16:creationId xmlns:a16="http://schemas.microsoft.com/office/drawing/2014/main" id="{DBBD4B96-56D8-40C5-A515-FF811BFD1FFD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4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257923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S_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B21412B1-F5B2-498B-A387-B40E9F737C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3316" name="Objekt 2" hidden="1">
                        <a:extLst>
                          <a:ext uri="{FF2B5EF4-FFF2-40B4-BE49-F238E27FC236}">
                            <a16:creationId xmlns:a16="http://schemas.microsoft.com/office/drawing/2014/main" id="{9197865D-8DA2-4E9D-BA44-19BD69F1D3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EBA951DF-3438-4087-867F-9527F02C72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CD05F6F7-6727-4ED8-AE49-0D7909B67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067DA33F-D130-44F0-B1EA-59CC8EE53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9">
            <a:extLst>
              <a:ext uri="{FF2B5EF4-FFF2-40B4-BE49-F238E27FC236}">
                <a16:creationId xmlns:a16="http://schemas.microsoft.com/office/drawing/2014/main" id="{99822361-9CDD-42BA-99DA-3A132A5C1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5"/>
          <a:stretch>
            <a:fillRect/>
          </a:stretch>
        </p:blipFill>
        <p:spPr bwMode="auto">
          <a:xfrm>
            <a:off x="4748212" y="1198960"/>
            <a:ext cx="3805238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0">
            <a:extLst>
              <a:ext uri="{FF2B5EF4-FFF2-40B4-BE49-F238E27FC236}">
                <a16:creationId xmlns:a16="http://schemas.microsoft.com/office/drawing/2014/main" id="{7DEA33EB-B9F1-4675-A808-8662506A9357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4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2706540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VS_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36C48D2C-2E1C-4F0E-82CC-D57A354625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4340" name="Objekt 2" hidden="1">
                        <a:extLst>
                          <a:ext uri="{FF2B5EF4-FFF2-40B4-BE49-F238E27FC236}">
                            <a16:creationId xmlns:a16="http://schemas.microsoft.com/office/drawing/2014/main" id="{FCE81529-BE87-4890-A606-66475AE2A5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D4792879-6178-485F-AFD3-6B64423A61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E8F39500-2331-4F0E-AABF-D34214A30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18E5ADB9-D9E1-46C3-A26C-17E5F63F4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Bildplatzhalter 7">
            <a:extLst>
              <a:ext uri="{FF2B5EF4-FFF2-40B4-BE49-F238E27FC236}">
                <a16:creationId xmlns:a16="http://schemas.microsoft.com/office/drawing/2014/main" id="{BEBAEC11-B9BF-48B6-8E6C-36EEABAF4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" r="3024"/>
          <a:stretch>
            <a:fillRect/>
          </a:stretch>
        </p:blipFill>
        <p:spPr bwMode="auto">
          <a:xfrm>
            <a:off x="4750594" y="1198960"/>
            <a:ext cx="3805238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0">
            <a:extLst>
              <a:ext uri="{FF2B5EF4-FFF2-40B4-BE49-F238E27FC236}">
                <a16:creationId xmlns:a16="http://schemas.microsoft.com/office/drawing/2014/main" id="{0BA379EE-9378-4F87-A329-03161EA1E0FB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4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611502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VS_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90B7B609-B4E9-43E8-B376-6F34B4F94C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5364" name="Objekt 2" hidden="1">
                        <a:extLst>
                          <a:ext uri="{FF2B5EF4-FFF2-40B4-BE49-F238E27FC236}">
                            <a16:creationId xmlns:a16="http://schemas.microsoft.com/office/drawing/2014/main" id="{AE654E1C-ACD8-4B37-BB79-05C042A5C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9A687323-8DF7-43E0-97BD-9DEEDE04689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F9D11B50-521E-4889-8FEE-B16DB5188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C15D2EC9-3886-4719-8744-3BAB2AB6C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F53A8724-90E0-48A7-B080-73D4891B8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2" r="2982"/>
          <a:stretch>
            <a:fillRect/>
          </a:stretch>
        </p:blipFill>
        <p:spPr bwMode="auto">
          <a:xfrm>
            <a:off x="4748212" y="1203722"/>
            <a:ext cx="3805238" cy="271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0">
            <a:extLst>
              <a:ext uri="{FF2B5EF4-FFF2-40B4-BE49-F238E27FC236}">
                <a16:creationId xmlns:a16="http://schemas.microsoft.com/office/drawing/2014/main" id="{6945C22B-7F65-4CE9-B514-4A30DE44DB46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4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1762795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VS_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A36E9FCB-B0A4-404A-AA61-FEAB7AD9A3C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6388" name="Objekt 2" hidden="1">
                        <a:extLst>
                          <a:ext uri="{FF2B5EF4-FFF2-40B4-BE49-F238E27FC236}">
                            <a16:creationId xmlns:a16="http://schemas.microsoft.com/office/drawing/2014/main" id="{94945CD3-FABF-4A83-AEA8-A326DBE9B4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F538C7FB-3766-4BE7-A2E1-EAEDAADE9B3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E670F4AF-FA89-494B-8BED-95E934190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5E3E3196-7A1B-4C8E-8A15-97ACE3BA5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Bildplatzhalter 7">
            <a:extLst>
              <a:ext uri="{FF2B5EF4-FFF2-40B4-BE49-F238E27FC236}">
                <a16:creationId xmlns:a16="http://schemas.microsoft.com/office/drawing/2014/main" id="{4F78A281-5F0A-4E14-9824-919BC737C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0" r="2960"/>
          <a:stretch>
            <a:fillRect/>
          </a:stretch>
        </p:blipFill>
        <p:spPr bwMode="auto">
          <a:xfrm>
            <a:off x="4748212" y="1203722"/>
            <a:ext cx="3805238" cy="271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0">
            <a:extLst>
              <a:ext uri="{FF2B5EF4-FFF2-40B4-BE49-F238E27FC236}">
                <a16:creationId xmlns:a16="http://schemas.microsoft.com/office/drawing/2014/main" id="{EB03B8CB-1AC3-4738-958E-1777EB7FA004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4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/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709049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2" hidden="1">
            <a:extLst>
              <a:ext uri="{FF2B5EF4-FFF2-40B4-BE49-F238E27FC236}">
                <a16:creationId xmlns:a16="http://schemas.microsoft.com/office/drawing/2014/main" id="{20CEA985-F275-4222-8DBB-FDE4A705F1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7412" name="Objekt 2" hidden="1">
                        <a:extLst>
                          <a:ext uri="{FF2B5EF4-FFF2-40B4-BE49-F238E27FC236}">
                            <a16:creationId xmlns:a16="http://schemas.microsoft.com/office/drawing/2014/main" id="{AFCB41F2-F0C5-4644-B4C6-89A4E01E28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" hidden="1">
            <a:extLst>
              <a:ext uri="{FF2B5EF4-FFF2-40B4-BE49-F238E27FC236}">
                <a16:creationId xmlns:a16="http://schemas.microsoft.com/office/drawing/2014/main" id="{E09B7CB4-030C-4C6E-9F48-53910255094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D619092B-8E84-4F74-AFD1-0F9399BCB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1078707"/>
            <a:ext cx="4050506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FF468840-F4C8-4D92-9A79-3BA3616C7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79" y="3651647"/>
            <a:ext cx="4050506" cy="37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13">
            <a:extLst>
              <a:ext uri="{FF2B5EF4-FFF2-40B4-BE49-F238E27FC236}">
                <a16:creationId xmlns:a16="http://schemas.microsoft.com/office/drawing/2014/main" id="{F9418777-EC4F-4A84-8B7E-E346DC08D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84"/>
          <a:stretch>
            <a:fillRect/>
          </a:stretch>
        </p:blipFill>
        <p:spPr bwMode="auto">
          <a:xfrm>
            <a:off x="4748212" y="1202531"/>
            <a:ext cx="3805238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14">
            <a:extLst>
              <a:ext uri="{FF2B5EF4-FFF2-40B4-BE49-F238E27FC236}">
                <a16:creationId xmlns:a16="http://schemas.microsoft.com/office/drawing/2014/main" id="{FBA4811D-1973-4605-8564-3A3815A6C613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8366" y="456010"/>
            <a:ext cx="2338388" cy="348853"/>
          </a:xfrm>
          <a:prstGeom prst="rect">
            <a:avLst/>
          </a:prstGeom>
        </p:spPr>
      </p:pic>
      <p:sp>
        <p:nvSpPr>
          <p:cNvPr id="11" name="Titel 24"/>
          <p:cNvSpPr>
            <a:spLocks noGrp="1"/>
          </p:cNvSpPr>
          <p:nvPr>
            <p:ph type="title"/>
          </p:nvPr>
        </p:nvSpPr>
        <p:spPr>
          <a:xfrm>
            <a:off x="250826" y="1059582"/>
            <a:ext cx="4160076" cy="553998"/>
          </a:xfrm>
        </p:spPr>
        <p:txBody>
          <a:bodyPr>
            <a:noAutofit/>
          </a:bodyPr>
          <a:lstStyle>
            <a:lvl1pPr>
              <a:defRPr sz="1800" b="1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51521" y="1851026"/>
            <a:ext cx="4160143" cy="2171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167057" indent="0">
              <a:buNone/>
              <a:defRPr/>
            </a:lvl2pPr>
            <a:lvl3pPr marL="334116" indent="0">
              <a:buNone/>
              <a:defRPr/>
            </a:lvl3pPr>
            <a:lvl4pPr marL="501173" indent="0">
              <a:buNone/>
              <a:defRPr/>
            </a:lvl4pPr>
            <a:lvl5pPr marL="6594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Untertitel 2"/>
          <p:cNvSpPr>
            <a:spLocks noGrp="1"/>
          </p:cNvSpPr>
          <p:nvPr>
            <p:ph type="subTitle" idx="1"/>
          </p:nvPr>
        </p:nvSpPr>
        <p:spPr>
          <a:xfrm>
            <a:off x="251521" y="4371950"/>
            <a:ext cx="4160143" cy="15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1000" b="1">
                <a:solidFill>
                  <a:schemeClr val="tx2"/>
                </a:solidFill>
              </a:defRPr>
            </a:lvl1pPr>
            <a:lvl2pPr marL="422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182391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kt 4" hidden="1">
            <a:extLst>
              <a:ext uri="{FF2B5EF4-FFF2-40B4-BE49-F238E27FC236}">
                <a16:creationId xmlns:a16="http://schemas.microsoft.com/office/drawing/2014/main" id="{9EC1A4D0-D70A-4B2B-A307-1A52A76B1326}"/>
              </a:ext>
            </a:extLst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1192" y="1192"/>
          <a:ext cx="2381" cy="2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60" imgH="360" progId="TCLayout.ActiveDocument.1">
                  <p:embed/>
                </p:oleObj>
              </mc:Choice>
              <mc:Fallback>
                <p:oleObj name="think-cell Slide" r:id="rId20" imgW="360" imgH="360" progId="TCLayout.ActiveDocument.1">
                  <p:embed/>
                  <p:pic>
                    <p:nvPicPr>
                      <p:cNvPr id="0" name="Objek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2381" cy="2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19B96EB1-BD06-49CE-9FCA-766A03C687D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0" y="0"/>
            <a:ext cx="158354" cy="15835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b="1" dirty="0">
              <a:solidFill>
                <a:schemeClr val="tx1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28" name="Titelplatzhalter 1">
            <a:extLst>
              <a:ext uri="{FF2B5EF4-FFF2-40B4-BE49-F238E27FC236}">
                <a16:creationId xmlns:a16="http://schemas.microsoft.com/office/drawing/2014/main" id="{888E2B04-A10C-48A7-8B85-82101D85D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222" y="446485"/>
            <a:ext cx="86391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e-DE"/>
              <a:t>Click to edit Tagline</a:t>
            </a:r>
          </a:p>
        </p:txBody>
      </p:sp>
      <p:sp>
        <p:nvSpPr>
          <p:cNvPr id="10" name="Fußzeilenplatzhalter 5">
            <a:extLst>
              <a:ext uri="{FF2B5EF4-FFF2-40B4-BE49-F238E27FC236}">
                <a16:creationId xmlns:a16="http://schemas.microsoft.com/office/drawing/2014/main" id="{CE6D2A6E-ABD7-4505-9899-C5BEB13D7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3438" y="4931569"/>
            <a:ext cx="3933825" cy="14406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Foliennummernplatzhalter 6">
            <a:extLst>
              <a:ext uri="{FF2B5EF4-FFF2-40B4-BE49-F238E27FC236}">
                <a16:creationId xmlns:a16="http://schemas.microsoft.com/office/drawing/2014/main" id="{60CFD23F-1FB4-4CCB-80F4-29E1A111A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4648" y="4931569"/>
            <a:ext cx="288131" cy="14406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80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83AAA8A9-4489-40D2-BF42-BB14B8E7BC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DEEB0A5-EF90-499A-BCC3-038A57AC5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223" y="1062038"/>
            <a:ext cx="8640365" cy="35254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ransition spd="med">
    <p:fade/>
  </p:transition>
  <p:txStyles>
    <p:titleStyle>
      <a:lvl1pPr algn="l" defTabSz="842963" rtl="0" eaLnBrk="1" fontAlgn="base" hangingPunct="1">
        <a:spcBef>
          <a:spcPct val="0"/>
        </a:spcBef>
        <a:spcAft>
          <a:spcPct val="0"/>
        </a:spcAft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842963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panose="020B0604020202020204" pitchFamily="34" charset="0"/>
        </a:defRPr>
      </a:lvl2pPr>
      <a:lvl3pPr algn="l" defTabSz="842963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panose="020B0604020202020204" pitchFamily="34" charset="0"/>
        </a:defRPr>
      </a:lvl3pPr>
      <a:lvl4pPr algn="l" defTabSz="842963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panose="020B0604020202020204" pitchFamily="34" charset="0"/>
        </a:defRPr>
      </a:lvl4pPr>
      <a:lvl5pPr algn="l" defTabSz="842963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panose="020B0604020202020204" pitchFamily="34" charset="0"/>
        </a:defRPr>
      </a:lvl5pPr>
      <a:lvl6pPr marL="342900" algn="l" defTabSz="842963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panose="020B0604020202020204" pitchFamily="34" charset="0"/>
        </a:defRPr>
      </a:lvl6pPr>
      <a:lvl7pPr marL="685800" algn="l" defTabSz="842963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panose="020B0604020202020204" pitchFamily="34" charset="0"/>
        </a:defRPr>
      </a:lvl7pPr>
      <a:lvl8pPr marL="1028700" algn="l" defTabSz="842963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panose="020B0604020202020204" pitchFamily="34" charset="0"/>
        </a:defRPr>
      </a:lvl8pPr>
      <a:lvl9pPr marL="1371600" algn="l" defTabSz="842963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178594" indent="-178594" algn="l" defTabSz="842963" rtl="0" eaLnBrk="1" fontAlgn="base" hangingPunct="1">
        <a:spcBef>
          <a:spcPts val="300"/>
        </a:spcBef>
        <a:spcAft>
          <a:spcPct val="0"/>
        </a:spcAft>
        <a:buClr>
          <a:schemeClr val="tx2"/>
        </a:buClr>
        <a:buSzPct val="100000"/>
        <a:buFont typeface="Wingdings 2" panose="05020102010507070707" pitchFamily="18" charset="2"/>
        <a:buChar char=""/>
        <a:defRPr lang="en-GB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59569" indent="-192881" algn="l" defTabSz="842963" rtl="0" eaLnBrk="1" fontAlgn="base" hangingPunct="1">
        <a:spcBef>
          <a:spcPts val="3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−"/>
        <a:defRPr lang="en-GB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39354" indent="-178594" algn="l" defTabSz="842963" rtl="0" eaLnBrk="1" fontAlgn="base" hangingPunct="1">
        <a:spcBef>
          <a:spcPts val="300"/>
        </a:spcBef>
        <a:spcAft>
          <a:spcPct val="0"/>
        </a:spcAft>
        <a:buFont typeface="Arial" panose="020B0604020202020204" pitchFamily="34" charset="0"/>
        <a:buChar char="−"/>
        <a:defRPr lang="en-GB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717947" indent="-178594" algn="l" defTabSz="842963" rtl="0" eaLnBrk="1" fontAlgn="base" hangingPunct="1">
        <a:spcBef>
          <a:spcPts val="300"/>
        </a:spcBef>
        <a:spcAft>
          <a:spcPct val="0"/>
        </a:spcAft>
        <a:buFont typeface="Arial" panose="020B0604020202020204" pitchFamily="34" charset="0"/>
        <a:buChar char="−"/>
        <a:defRPr lang="en-GB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98922" indent="-179785" algn="l" defTabSz="842963" rtl="0" eaLnBrk="1" fontAlgn="base" hangingPunct="1">
        <a:spcBef>
          <a:spcPts val="300"/>
        </a:spcBef>
        <a:spcAft>
          <a:spcPct val="0"/>
        </a:spcAft>
        <a:buFont typeface="Arial" panose="020B0604020202020204" pitchFamily="34" charset="0"/>
        <a:buChar char="−"/>
        <a:defRPr lang="en-GB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7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7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7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4408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1pPr>
      <a:lvl2pPr marL="422042" algn="l" defTabSz="84408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3" algn="l" defTabSz="84408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6" algn="l" defTabSz="84408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6" algn="l" defTabSz="84408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7.xml"/><Relationship Id="rId21" Type="http://schemas.openxmlformats.org/officeDocument/2006/relationships/chart" Target="../charts/chart1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image" Target="../media/image16.emf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oleObject" Target="../embeddings/oleObject18.bin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DF9E806-5082-3806-32C5-B46AC44E3C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86" imgH="486" progId="TCLayout.ActiveDocument.1">
                  <p:embed/>
                </p:oleObj>
              </mc:Choice>
              <mc:Fallback>
                <p:oleObj name="think-cell Slide" r:id="rId19" imgW="486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F9E806-5082-3806-32C5-B46AC44E3C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13">
            <a:extLst>
              <a:ext uri="{FF2B5EF4-FFF2-40B4-BE49-F238E27FC236}">
                <a16:creationId xmlns:a16="http://schemas.microsoft.com/office/drawing/2014/main" id="{A95DBB13-1149-C990-9355-17DD51969223}"/>
              </a:ext>
            </a:extLst>
          </p:cNvPr>
          <p:cNvSpPr txBox="1"/>
          <p:nvPr/>
        </p:nvSpPr>
        <p:spPr>
          <a:xfrm>
            <a:off x="2329575" y="650687"/>
            <a:ext cx="6563600" cy="237985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96000" tIns="48000" rIns="96000" bIns="48000" rtlCol="0">
            <a:noAutofit/>
          </a:bodyPr>
          <a:lstStyle>
            <a:defPPr>
              <a:defRPr lang=""/>
            </a:defPPr>
            <a:lvl1pPr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indent="1143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685800" indent="2286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28700" indent="3429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4572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buClr>
                <a:srgbClr val="00457E"/>
              </a:buClr>
              <a:defRPr/>
            </a:pPr>
            <a:endParaRPr lang="en-US" sz="800" noProof="0">
              <a:latin typeface="Arial"/>
              <a:cs typeface="Arial"/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A9CDEBC2-FD62-3E79-DD2C-E91B8ADCF72A}"/>
              </a:ext>
            </a:extLst>
          </p:cNvPr>
          <p:cNvSpPr txBox="1"/>
          <p:nvPr/>
        </p:nvSpPr>
        <p:spPr>
          <a:xfrm>
            <a:off x="274600" y="3087493"/>
            <a:ext cx="8618575" cy="17192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96000" tIns="48000" rIns="96000" bIns="48000" rtlCol="0">
            <a:noAutofit/>
          </a:bodyPr>
          <a:lstStyle>
            <a:defPPr>
              <a:defRPr lang=""/>
            </a:defPPr>
            <a:lvl1pPr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indent="1143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685800" indent="2286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28700" indent="3429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4572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237061" marR="0" lvl="0" indent="-237061" algn="l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45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37061" marR="0" lvl="0" indent="-237061" algn="l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45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1867" noProof="0">
              <a:solidFill>
                <a:prstClr val="black"/>
              </a:solidFill>
            </a:endParaRPr>
          </a:p>
          <a:p>
            <a:pPr marL="237061" marR="0" lvl="0" indent="-237061" algn="l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45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37061" marR="0" lvl="0" indent="-237061" algn="l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45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1867" noProof="0">
              <a:solidFill>
                <a:prstClr val="black"/>
              </a:solidFill>
            </a:endParaRPr>
          </a:p>
          <a:p>
            <a:pPr marL="237061" marR="0" lvl="0" indent="-237061" algn="l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45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37061" marR="0" lvl="0" indent="-237061" algn="l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45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1867" noProof="0">
              <a:solidFill>
                <a:prstClr val="black"/>
              </a:solidFill>
            </a:endParaRPr>
          </a:p>
          <a:p>
            <a:pPr marL="237061" marR="0" lvl="0" indent="-237061" algn="l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45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237061" marR="0" lvl="0" indent="-237061" algn="l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45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1867" noProof="0">
              <a:solidFill>
                <a:prstClr val="black"/>
              </a:solidFill>
            </a:endParaRPr>
          </a:p>
          <a:p>
            <a:pPr marL="237061" indent="-237061">
              <a:buClr>
                <a:srgbClr val="00457E"/>
              </a:buClr>
              <a:buFont typeface="Wingdings" panose="05000000000000000000" pitchFamily="2" charset="2"/>
              <a:buChar char="§"/>
              <a:defRPr/>
            </a:pPr>
            <a:endParaRPr lang="en-US" sz="900" noProof="0">
              <a:latin typeface="Arial"/>
              <a:cs typeface="Arial"/>
            </a:endParaRPr>
          </a:p>
          <a:p>
            <a:pPr marL="237061" indent="-237061">
              <a:buClr>
                <a:srgbClr val="00457E"/>
              </a:buClr>
              <a:buFont typeface="Wingdings" panose="05000000000000000000" pitchFamily="2" charset="2"/>
              <a:buChar char="§"/>
              <a:defRPr/>
            </a:pPr>
            <a:endParaRPr lang="en-US" sz="900" noProof="0">
              <a:latin typeface="Arial"/>
              <a:cs typeface="Arial"/>
            </a:endParaRPr>
          </a:p>
          <a:p>
            <a:pPr marL="115888" indent="-115888">
              <a:buClr>
                <a:srgbClr val="00457E"/>
              </a:buClr>
              <a:buFont typeface="Wingdings" panose="05000000000000000000" pitchFamily="2" charset="2"/>
              <a:buChar char="§"/>
              <a:defRPr/>
            </a:pPr>
            <a:endParaRPr lang="en-US" sz="1000" noProof="0">
              <a:latin typeface="Arial"/>
              <a:cs typeface="Arial"/>
            </a:endParaRPr>
          </a:p>
          <a:p>
            <a:pPr marL="115888" indent="-115888">
              <a:buClr>
                <a:srgbClr val="00457E"/>
              </a:buClr>
              <a:buFont typeface="Wingdings" panose="05000000000000000000" pitchFamily="2" charset="2"/>
              <a:buChar char="§"/>
              <a:defRPr/>
            </a:pPr>
            <a:endParaRPr lang="en-US" sz="1000" noProof="0">
              <a:latin typeface="Arial"/>
              <a:cs typeface="Arial"/>
            </a:endParaRPr>
          </a:p>
          <a:p>
            <a:pPr marL="115888" indent="-115888">
              <a:buClr>
                <a:srgbClr val="00457E"/>
              </a:buClr>
              <a:buFont typeface="Wingdings" panose="05000000000000000000" pitchFamily="2" charset="2"/>
              <a:buChar char="§"/>
              <a:defRPr/>
            </a:pPr>
            <a:endParaRPr lang="en-US" sz="1000" noProof="0">
              <a:latin typeface="Arial"/>
              <a:cs typeface="Arial"/>
            </a:endParaRPr>
          </a:p>
        </p:txBody>
      </p:sp>
      <p:sp>
        <p:nvSpPr>
          <p:cNvPr id="7" name="Gleichschenkliges Dreieck 1">
            <a:extLst>
              <a:ext uri="{FF2B5EF4-FFF2-40B4-BE49-F238E27FC236}">
                <a16:creationId xmlns:a16="http://schemas.microsoft.com/office/drawing/2014/main" id="{E7AA359B-5041-9E1A-B791-13BEB9073ED6}"/>
              </a:ext>
            </a:extLst>
          </p:cNvPr>
          <p:cNvSpPr/>
          <p:nvPr/>
        </p:nvSpPr>
        <p:spPr>
          <a:xfrm rot="5400000">
            <a:off x="1285647" y="1646578"/>
            <a:ext cx="1800463" cy="161925"/>
          </a:xfrm>
          <a:prstGeom prst="triangl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"/>
            </a:defPPr>
            <a:lvl1pPr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indent="1143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indent="2286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indent="3429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indent="4572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400" noProof="0">
              <a:solidFill>
                <a:schemeClr val="tx1"/>
              </a:solidFill>
            </a:endParaRP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9E240BD9-EB10-B456-F9E1-072239869AF4}"/>
              </a:ext>
            </a:extLst>
          </p:cNvPr>
          <p:cNvSpPr>
            <a:spLocks noGrp="1"/>
          </p:cNvSpPr>
          <p:nvPr/>
        </p:nvSpPr>
        <p:spPr>
          <a:xfrm>
            <a:off x="2475127" y="545661"/>
            <a:ext cx="2031266" cy="1524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"/>
            </a:defPPr>
            <a:lvl1pPr algn="l" defTabSz="914418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defRPr lang="en-GB" sz="1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257175" indent="85725" algn="l" defTabSz="514350" rtl="0" eaLnBrk="0" fontAlgn="base" hangingPunct="0">
              <a:spcBef>
                <a:spcPct val="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514350" indent="171450" algn="l" defTabSz="514350" rtl="0" eaLnBrk="0" fontAlgn="base" hangingPunct="0">
              <a:spcBef>
                <a:spcPct val="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771525" indent="257175" algn="l" defTabSz="514350" rtl="0" eaLnBrk="0" fontAlgn="base" hangingPunct="0">
              <a:spcBef>
                <a:spcPct val="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028700" indent="342900" algn="l" defTabSz="514350" rtl="0" eaLnBrk="0" fontAlgn="base" hangingPunct="0">
              <a:spcBef>
                <a:spcPct val="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00" noProof="0"/>
              <a:t>Detail of the affected suppliers</a:t>
            </a:r>
            <a:endParaRPr lang="en-US" sz="1000" noProof="0">
              <a:cs typeface="Arial"/>
            </a:endParaRPr>
          </a:p>
        </p:txBody>
      </p:sp>
      <p:sp>
        <p:nvSpPr>
          <p:cNvPr id="36" name="Textfeld 26">
            <a:extLst>
              <a:ext uri="{FF2B5EF4-FFF2-40B4-BE49-F238E27FC236}">
                <a16:creationId xmlns:a16="http://schemas.microsoft.com/office/drawing/2014/main" id="{BFD4B1A3-8BC0-6E47-678B-4843D950A217}"/>
              </a:ext>
            </a:extLst>
          </p:cNvPr>
          <p:cNvSpPr txBox="1"/>
          <p:nvPr/>
        </p:nvSpPr>
        <p:spPr>
          <a:xfrm>
            <a:off x="7534051" y="382561"/>
            <a:ext cx="1463627" cy="150813"/>
          </a:xfrm>
          <a:prstGeom prst="rect">
            <a:avLst/>
          </a:prstGeom>
          <a:noFill/>
        </p:spPr>
        <p:txBody>
          <a:bodyPr wrap="square" lIns="35648" tIns="17825" rIns="35648" bIns="17825" rtlCol="0" anchor="t">
            <a:noAutofit/>
          </a:bodyPr>
          <a:lstStyle/>
          <a:p>
            <a:pPr defTabSz="452735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457E"/>
              </a:buClr>
              <a:defRPr/>
            </a:pPr>
            <a:r>
              <a:rPr lang="en-US" sz="900" b="1" noProof="0">
                <a:solidFill>
                  <a:srgbClr val="00457E"/>
                </a:solidFill>
                <a:latin typeface="Arial"/>
              </a:rPr>
              <a:t>Last Update: 25.03.2026</a:t>
            </a:r>
            <a:endParaRPr lang="en-US" sz="900" b="1" noProof="0">
              <a:solidFill>
                <a:srgbClr val="00457E"/>
              </a:solidFill>
              <a:latin typeface="Arial"/>
              <a:cs typeface="Arial"/>
            </a:endParaRPr>
          </a:p>
        </p:txBody>
      </p:sp>
      <p:sp>
        <p:nvSpPr>
          <p:cNvPr id="52" name="TextBox 13">
            <a:extLst>
              <a:ext uri="{FF2B5EF4-FFF2-40B4-BE49-F238E27FC236}">
                <a16:creationId xmlns:a16="http://schemas.microsoft.com/office/drawing/2014/main" id="{B19583A8-E809-361E-A1D2-F220F7A22197}"/>
              </a:ext>
            </a:extLst>
          </p:cNvPr>
          <p:cNvSpPr txBox="1"/>
          <p:nvPr/>
        </p:nvSpPr>
        <p:spPr>
          <a:xfrm>
            <a:off x="299928" y="598858"/>
            <a:ext cx="1804988" cy="240151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96000" tIns="48000" rIns="96000" bIns="48000" rtlCol="0">
            <a:noAutofit/>
          </a:bodyPr>
          <a:lstStyle>
            <a:defPPr>
              <a:defRPr lang=""/>
            </a:defPPr>
            <a:lvl1pPr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indent="1143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685800" indent="2286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28700" indent="3429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4572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237061" marR="0" lvl="0" indent="-237061" algn="l" defTabSz="6858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45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" name="Title 3">
            <a:extLst>
              <a:ext uri="{FF2B5EF4-FFF2-40B4-BE49-F238E27FC236}">
                <a16:creationId xmlns:a16="http://schemas.microsoft.com/office/drawing/2014/main" id="{1783ED44-673A-B53A-9A54-77060D670AD9}"/>
              </a:ext>
            </a:extLst>
          </p:cNvPr>
          <p:cNvSpPr txBox="1">
            <a:spLocks/>
          </p:cNvSpPr>
          <p:nvPr/>
        </p:nvSpPr>
        <p:spPr>
          <a:xfrm>
            <a:off x="392137" y="574950"/>
            <a:ext cx="1463626" cy="1384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"/>
            </a:defPPr>
            <a:lvl1pPr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indent="1143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685800" indent="2286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28700" indent="3429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4572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</a:pPr>
            <a:r>
              <a:rPr lang="en-US" sz="900" b="1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Overview of suppliers</a:t>
            </a:r>
            <a:endParaRPr lang="en-US" sz="900" noProof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" name="Nadpis 2">
            <a:extLst>
              <a:ext uri="{FF2B5EF4-FFF2-40B4-BE49-F238E27FC236}">
                <a16:creationId xmlns:a16="http://schemas.microsoft.com/office/drawing/2014/main" id="{C70C58EB-10F8-0E7C-F570-799A4D63F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40" y="151515"/>
            <a:ext cx="8659058" cy="288222"/>
          </a:xfrm>
        </p:spPr>
        <p:txBody>
          <a:bodyPr vert="horz"/>
          <a:lstStyle/>
          <a:p>
            <a:r>
              <a:rPr lang="en-US" noProof="0"/>
              <a:t>Evaluation:</a:t>
            </a:r>
            <a:r>
              <a:rPr lang="en-US"/>
              <a:t> </a:t>
            </a:r>
            <a:r>
              <a:rPr lang="en-US" noProof="0"/>
              <a:t>48 possible suppliers being checked (15 already affected)</a:t>
            </a:r>
          </a:p>
        </p:txBody>
      </p:sp>
      <p:sp>
        <p:nvSpPr>
          <p:cNvPr id="50" name="Textplatzhalter 5">
            <a:extLst>
              <a:ext uri="{FF2B5EF4-FFF2-40B4-BE49-F238E27FC236}">
                <a16:creationId xmlns:a16="http://schemas.microsoft.com/office/drawing/2014/main" id="{EC0E9B8F-E489-016A-A518-FB7ED4D49528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gray">
          <a:xfrm>
            <a:off x="1452563" y="982663"/>
            <a:ext cx="1746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C0EDFE2-6BF4-4F50-96ED-8AE2872FB02A}" type="datetime'''''''''1''''''''''''''''''''''''''''''''''''''''''''0'''''">
              <a:rPr lang="en-US" altLang="en-US" sz="1000" b="1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buNone/>
              </a:pPr>
              <a:t>10</a:t>
            </a:fld>
            <a:endParaRPr lang="en-US" sz="1000" b="1" noProof="0">
              <a:solidFill>
                <a:schemeClr val="bg1"/>
              </a:solidFill>
            </a:endParaRPr>
          </a:p>
        </p:txBody>
      </p:sp>
      <p:sp>
        <p:nvSpPr>
          <p:cNvPr id="47" name="Textplatzhalter 5">
            <a:extLst>
              <a:ext uri="{FF2B5EF4-FFF2-40B4-BE49-F238E27FC236}">
                <a16:creationId xmlns:a16="http://schemas.microsoft.com/office/drawing/2014/main" id="{E76E808F-B4EA-1501-59ED-BF5B7A4990A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523875" y="1147763"/>
            <a:ext cx="1746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endParaRPr lang="en-US" sz="1000" b="1" noProof="0"/>
          </a:p>
        </p:txBody>
      </p:sp>
      <p:graphicFrame>
        <p:nvGraphicFramePr>
          <p:cNvPr id="31" name="Inhaltsplatzhalter 13">
            <a:extLst>
              <a:ext uri="{FF2B5EF4-FFF2-40B4-BE49-F238E27FC236}">
                <a16:creationId xmlns:a16="http://schemas.microsoft.com/office/drawing/2014/main" id="{3DFBE110-98ED-82E1-DC8C-EF86A444EE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5298466"/>
              </p:ext>
            </p:extLst>
          </p:nvPr>
        </p:nvGraphicFramePr>
        <p:xfrm>
          <a:off x="284322" y="3252249"/>
          <a:ext cx="8563493" cy="1240624"/>
        </p:xfrm>
        <a:graphic>
          <a:graphicData uri="http://schemas.openxmlformats.org/drawingml/2006/table">
            <a:tbl>
              <a:tblPr firstRow="1" bandRow="1"/>
              <a:tblGrid>
                <a:gridCol w="1614081">
                  <a:extLst>
                    <a:ext uri="{9D8B030D-6E8A-4147-A177-3AD203B41FA5}">
                      <a16:colId xmlns:a16="http://schemas.microsoft.com/office/drawing/2014/main" val="930834352"/>
                    </a:ext>
                  </a:extLst>
                </a:gridCol>
                <a:gridCol w="1030845">
                  <a:extLst>
                    <a:ext uri="{9D8B030D-6E8A-4147-A177-3AD203B41FA5}">
                      <a16:colId xmlns:a16="http://schemas.microsoft.com/office/drawing/2014/main" val="3525841912"/>
                    </a:ext>
                  </a:extLst>
                </a:gridCol>
                <a:gridCol w="773077">
                  <a:extLst>
                    <a:ext uri="{9D8B030D-6E8A-4147-A177-3AD203B41FA5}">
                      <a16:colId xmlns:a16="http://schemas.microsoft.com/office/drawing/2014/main" val="1813667303"/>
                    </a:ext>
                  </a:extLst>
                </a:gridCol>
                <a:gridCol w="5145490">
                  <a:extLst>
                    <a:ext uri="{9D8B030D-6E8A-4147-A177-3AD203B41FA5}">
                      <a16:colId xmlns:a16="http://schemas.microsoft.com/office/drawing/2014/main" val="2946087174"/>
                    </a:ext>
                  </a:extLst>
                </a:gridCol>
              </a:tblGrid>
              <a:tr h="95149">
                <a:tc>
                  <a:txBody>
                    <a:bodyPr/>
                    <a:lstStyle>
                      <a:lvl1pPr marL="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1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18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26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36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44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53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61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7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rtl="0"/>
                      <a:r>
                        <a:rPr lang="en-US" sz="700" noProof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 marL="31847" marR="31847" marT="15934" marB="15934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3F7AB6"/>
                      </a:solidFill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1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18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26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36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44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53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61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7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rtl="0"/>
                      <a:r>
                        <a:rPr lang="en-US" sz="700" noProof="0">
                          <a:solidFill>
                            <a:schemeClr val="tx1"/>
                          </a:solidFill>
                        </a:rPr>
                        <a:t>Resp.</a:t>
                      </a:r>
                    </a:p>
                  </a:txBody>
                  <a:tcPr marL="31847" marR="31847" marT="15934" marB="15934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3F7AB6"/>
                      </a:solidFill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1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18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26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36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44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53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61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7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lvl="0" algn="ctr" rtl="0">
                        <a:buNone/>
                      </a:pPr>
                      <a:r>
                        <a:rPr lang="en-US" sz="700" noProof="0">
                          <a:solidFill>
                            <a:schemeClr val="tx1"/>
                          </a:solidFill>
                        </a:rPr>
                        <a:t>Deadline</a:t>
                      </a:r>
                    </a:p>
                  </a:txBody>
                  <a:tcPr marL="31847" marR="31847" marT="15934" marB="15934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3F7AB6"/>
                      </a:solidFill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1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18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26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36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44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53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61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70" algn="l" defTabSz="914418" rtl="0" eaLnBrk="1" latinLnBrk="0" hangingPunct="1">
                        <a:defRPr sz="1799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/>
                      <a:r>
                        <a:rPr lang="en-US" sz="700" noProof="0">
                          <a:solidFill>
                            <a:schemeClr val="tx1"/>
                          </a:solidFill>
                        </a:rPr>
                        <a:t>Status / Comments</a:t>
                      </a:r>
                    </a:p>
                  </a:txBody>
                  <a:tcPr marL="31847" marR="31847" marT="15934" marB="15934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3F7AB6"/>
                      </a:solidFill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266708"/>
                  </a:ext>
                </a:extLst>
              </a:tr>
              <a:tr h="84683">
                <a:tc>
                  <a:txBody>
                    <a:bodyPr/>
                    <a:lstStyle/>
                    <a:p>
                      <a:pPr marL="0" marR="0" lvl="0" indent="0" algn="l" defTabSz="91441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Closure on the missing feedbacks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18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done, ongoing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sym typeface="Wingdings" panose="05000000000000000000" pitchFamily="2" charset="2"/>
                        </a:rPr>
                        <a:t>Continuous follow-up until all the suppliers to provide their feedback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091375"/>
                  </a:ext>
                </a:extLst>
              </a:tr>
              <a:tr h="119779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KB Internal coverage (ICO)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18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done, ongoing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  <a:sym typeface="Wingdings" panose="05000000000000000000" pitchFamily="2" charset="2"/>
                        </a:rPr>
                        <a:t>Have the overview of the current internal stock of the suppliers impacted. (KB + Supplier)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34840"/>
                  </a:ext>
                </a:extLst>
              </a:tr>
              <a:tr h="119779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Alternate Sources / Suppliers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Done, ongoing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  <a:sym typeface="Wingdings" panose="05000000000000000000" pitchFamily="2" charset="2"/>
                        </a:rPr>
                        <a:t>Check w/ all R-Categories; global check result: only AKS identified as alternate supplier of Highway (IN) + Choho (CN) for ADB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685112"/>
                  </a:ext>
                </a:extLst>
              </a:tr>
              <a:tr h="119779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Alternate GAS supply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18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ongoing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  <a:sym typeface="Wingdings" panose="05000000000000000000" pitchFamily="2" charset="2"/>
                        </a:rPr>
                        <a:t>So far only Metal Profile; pipeline LPG (not so much restricted) instead of PNG; Rane: Gas to Oil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48770"/>
                  </a:ext>
                </a:extLst>
              </a:tr>
              <a:tr h="14748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Customer coverage 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18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done, </a:t>
                      </a:r>
                    </a:p>
                    <a:p>
                      <a:pPr marL="0" lvl="0" indent="0" algn="ctr" defTabSz="914418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ongoing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  <a:sym typeface="Wingdings" panose="05000000000000000000" pitchFamily="2" charset="2"/>
                        </a:rPr>
                        <a:t>- Evaluate customer coverage based on impacted suppliers via Regional Control Tower / R-SIOP</a:t>
                      </a:r>
                    </a:p>
                    <a:p>
                      <a:pPr marL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  <a:sym typeface="Wingdings" panose="05000000000000000000" pitchFamily="2" charset="2"/>
                        </a:rPr>
                        <a:t>- Detail of the coverage per part number should be created, tracked and shared within task force (supporting customer calls)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90025"/>
                  </a:ext>
                </a:extLst>
              </a:tr>
              <a:tr h="84683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Regulations from India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18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CW11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sym typeface="Wingdings" panose="05000000000000000000" pitchFamily="2" charset="2"/>
                        </a:rPr>
                        <a:t>Evaluate if there is any possible new regulation that would allow the suppliers to receive LPG from another official route (from government)</a:t>
                      </a:r>
                      <a:endParaRPr lang="en-US" sz="600" b="0" i="0" u="none" strike="noStrike" kern="1200" noProof="0">
                        <a:solidFill>
                          <a:schemeClr val="tx1"/>
                        </a:solidFill>
                        <a:latin typeface="Arial"/>
                        <a:sym typeface="Wingdings" panose="05000000000000000000" pitchFamily="2" charset="2"/>
                      </a:endParaRP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576869"/>
                  </a:ext>
                </a:extLst>
              </a:tr>
              <a:tr h="14748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Legal notification towards suppliers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48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18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TBD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Communication Create</a:t>
                      </a:r>
                      <a:r>
                        <a:rPr lang="en-US" sz="6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  <a:sym typeface="Wingdings" panose="05000000000000000000" pitchFamily="2" charset="2"/>
                        </a:rPr>
                        <a:t> a legal letter to all affected suppliers stating their liability on the continuation of deliveries and rejecting any possible FM letter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355791"/>
                  </a:ext>
                </a:extLst>
              </a:tr>
              <a:tr h="84683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Customers notification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18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600" b="0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/>
                        </a:rPr>
                        <a:t>TBD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kern="1200" noProof="0" dirty="0">
                          <a:solidFill>
                            <a:schemeClr val="tx1"/>
                          </a:solidFill>
                          <a:latin typeface="Arial"/>
                          <a:sym typeface="Wingdings" panose="05000000000000000000" pitchFamily="2" charset="2"/>
                        </a:rPr>
                        <a:t>Create Customer notification letter based on the FMs from suppliers, as baseline if needed.</a:t>
                      </a:r>
                    </a:p>
                  </a:txBody>
                  <a:tcPr marL="31847" marR="31847" marT="15934" marB="15934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7AB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0197"/>
                  </a:ext>
                </a:extLst>
              </a:tr>
            </a:tbl>
          </a:graphicData>
        </a:graphic>
      </p:graphicFrame>
      <p:sp>
        <p:nvSpPr>
          <p:cNvPr id="33" name="Title 3">
            <a:extLst>
              <a:ext uri="{FF2B5EF4-FFF2-40B4-BE49-F238E27FC236}">
                <a16:creationId xmlns:a16="http://schemas.microsoft.com/office/drawing/2014/main" id="{D2BDEF93-4F2E-7EC7-C394-A915B52EB080}"/>
              </a:ext>
            </a:extLst>
          </p:cNvPr>
          <p:cNvSpPr>
            <a:spLocks noGrp="1"/>
          </p:cNvSpPr>
          <p:nvPr/>
        </p:nvSpPr>
        <p:spPr>
          <a:xfrm>
            <a:off x="274600" y="3130550"/>
            <a:ext cx="1739976" cy="1524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"/>
            </a:defPPr>
            <a:lvl1pPr algn="l" defTabSz="914418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defRPr lang="en-GB" sz="1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257175" indent="85725" algn="l" defTabSz="514350" rtl="0" eaLnBrk="0" fontAlgn="base" hangingPunct="0">
              <a:spcBef>
                <a:spcPct val="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514350" indent="171450" algn="l" defTabSz="514350" rtl="0" eaLnBrk="0" fontAlgn="base" hangingPunct="0">
              <a:spcBef>
                <a:spcPct val="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771525" indent="257175" algn="l" defTabSz="514350" rtl="0" eaLnBrk="0" fontAlgn="base" hangingPunct="0">
              <a:spcBef>
                <a:spcPct val="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028700" indent="342900" algn="l" defTabSz="514350" rtl="0" eaLnBrk="0" fontAlgn="base" hangingPunct="0">
              <a:spcBef>
                <a:spcPct val="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97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000" noProof="0"/>
              <a:t>Actions moving forward</a:t>
            </a:r>
            <a:endParaRPr lang="en-US" sz="1000" noProof="0">
              <a:cs typeface="Arial"/>
            </a:endParaRPr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3159D3D3-0A74-C872-AA69-B7CDB5267C8D}"/>
              </a:ext>
            </a:extLst>
          </p:cNvPr>
          <p:cNvSpPr txBox="1">
            <a:spLocks/>
          </p:cNvSpPr>
          <p:nvPr/>
        </p:nvSpPr>
        <p:spPr>
          <a:xfrm>
            <a:off x="4644008" y="4932000"/>
            <a:ext cx="393325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6858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T/SC SDA – 03/2026</a:t>
            </a:r>
          </a:p>
        </p:txBody>
      </p:sp>
      <p:sp>
        <p:nvSpPr>
          <p:cNvPr id="8" name="Foliennummernplatzhalter 6">
            <a:extLst>
              <a:ext uri="{FF2B5EF4-FFF2-40B4-BE49-F238E27FC236}">
                <a16:creationId xmlns:a16="http://schemas.microsoft.com/office/drawing/2014/main" id="{F5B7424B-69E1-2687-7E91-0F7FF1789358}"/>
              </a:ext>
            </a:extLst>
          </p:cNvPr>
          <p:cNvSpPr txBox="1">
            <a:spLocks/>
          </p:cNvSpPr>
          <p:nvPr/>
        </p:nvSpPr>
        <p:spPr>
          <a:xfrm>
            <a:off x="8605142" y="4932000"/>
            <a:ext cx="288033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6858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 </a:t>
            </a:r>
            <a:fld id="{32A3AFEB-C85B-47D1-BA73-3CD462239BF2}" type="slidenum">
              <a:rPr lang="en-GB" smtClean="0"/>
              <a:pPr/>
              <a:t>1</a:t>
            </a:fld>
            <a:endParaRPr lang="en-GB"/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1770BACC-8544-5261-5F60-47024FC60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765460"/>
              </p:ext>
            </p:extLst>
          </p:nvPr>
        </p:nvGraphicFramePr>
        <p:xfrm>
          <a:off x="2430244" y="683682"/>
          <a:ext cx="6372522" cy="22703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3908">
                  <a:extLst>
                    <a:ext uri="{9D8B030D-6E8A-4147-A177-3AD203B41FA5}">
                      <a16:colId xmlns:a16="http://schemas.microsoft.com/office/drawing/2014/main" val="1904553561"/>
                    </a:ext>
                  </a:extLst>
                </a:gridCol>
                <a:gridCol w="543825">
                  <a:extLst>
                    <a:ext uri="{9D8B030D-6E8A-4147-A177-3AD203B41FA5}">
                      <a16:colId xmlns:a16="http://schemas.microsoft.com/office/drawing/2014/main" val="3029241211"/>
                    </a:ext>
                  </a:extLst>
                </a:gridCol>
                <a:gridCol w="493182">
                  <a:extLst>
                    <a:ext uri="{9D8B030D-6E8A-4147-A177-3AD203B41FA5}">
                      <a16:colId xmlns:a16="http://schemas.microsoft.com/office/drawing/2014/main" val="276482603"/>
                    </a:ext>
                  </a:extLst>
                </a:gridCol>
                <a:gridCol w="615134">
                  <a:extLst>
                    <a:ext uri="{9D8B030D-6E8A-4147-A177-3AD203B41FA5}">
                      <a16:colId xmlns:a16="http://schemas.microsoft.com/office/drawing/2014/main" val="3140585907"/>
                    </a:ext>
                  </a:extLst>
                </a:gridCol>
                <a:gridCol w="3106473">
                  <a:extLst>
                    <a:ext uri="{9D8B030D-6E8A-4147-A177-3AD203B41FA5}">
                      <a16:colId xmlns:a16="http://schemas.microsoft.com/office/drawing/2014/main" val="1464571124"/>
                    </a:ext>
                  </a:extLst>
                </a:gridCol>
              </a:tblGrid>
              <a:tr h="14310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Supplier name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Cat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7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Q-PAVE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7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L-</a:t>
                      </a:r>
                    </a:p>
                    <a:p>
                      <a:pPr marL="0" algn="ctr" defTabSz="844083" rtl="0" eaLnBrk="1" fontAlgn="b" latinLnBrk="0" hangingPunct="1"/>
                      <a:r>
                        <a:rPr lang="en-US" sz="7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PAVE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7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Remarks for affected process &amp; partner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061719"/>
                  </a:ext>
                </a:extLst>
              </a:tr>
              <a:tr h="161483">
                <a:tc>
                  <a:txBody>
                    <a:bodyPr/>
                    <a:lstStyle/>
                    <a:p>
                      <a:pPr marL="58420" indent="0" algn="l" rtl="0" fontAlgn="b"/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indent="0" algn="ctr" rtl="0" fontAlgn="b"/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78113093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b"/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indent="0" algn="ctr" rtl="0" fontAlgn="b"/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5676986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4232795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37133218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44881300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52598596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 dirty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37223262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 dirty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 dirty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5416253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 dirty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4687032"/>
                  </a:ext>
                </a:extLst>
              </a:tr>
              <a:tr h="156712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43172088"/>
                  </a:ext>
                </a:extLst>
              </a:tr>
              <a:tr h="56354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28693263"/>
                  </a:ext>
                </a:extLst>
              </a:tr>
              <a:tr h="156712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89090190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70061889"/>
                  </a:ext>
                </a:extLst>
              </a:tr>
              <a:tr h="123286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10735784"/>
                  </a:ext>
                </a:extLst>
              </a:tr>
              <a:tr h="89540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87031355"/>
                  </a:ext>
                </a:extLst>
              </a:tr>
              <a:tr h="89540">
                <a:tc>
                  <a:txBody>
                    <a:bodyPr/>
                    <a:lstStyle/>
                    <a:p>
                      <a:pPr marL="58420" indent="0"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ctr" defTabSz="84410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/>
                      <a:endParaRPr lang="en-US" sz="700" noProof="0"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5842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noProof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76215840"/>
                  </a:ext>
                </a:extLst>
              </a:tr>
            </a:tbl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8F3243A-3DBA-602A-C5A9-5BEB905D9C40}"/>
              </a:ext>
            </a:extLst>
          </p:cNvPr>
          <p:cNvGraphicFramePr/>
          <p:nvPr>
            <p:custDataLst>
              <p:tags r:id="rId4"/>
            </p:custDataLst>
          </p:nvPr>
        </p:nvGraphicFramePr>
        <p:xfrm>
          <a:off x="454025" y="744538"/>
          <a:ext cx="1487488" cy="1487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61" name="Textplatzhalter 5">
            <a:extLst>
              <a:ext uri="{FF2B5EF4-FFF2-40B4-BE49-F238E27FC236}">
                <a16:creationId xmlns:a16="http://schemas.microsoft.com/office/drawing/2014/main" id="{7716CA4F-D673-C4CA-F5D4-E788AB3C81D7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1108075" y="841375"/>
            <a:ext cx="104775" cy="152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123923">
              <a:spcBef>
                <a:spcPct val="0"/>
              </a:spcBef>
              <a:buClr>
                <a:srgbClr val="00457E"/>
              </a:buClr>
              <a:buNone/>
            </a:pPr>
            <a:fld id="{634B8B87-7D8E-4EC7-8D4F-357070BC18DA}" type="datetime'''''''''''''''''''''''''''''''''''''''''''''''''''''''''''''1'">
              <a:rPr lang="en-US" altLang="en-US" sz="1000" b="1" smtClean="0">
                <a:solidFill>
                  <a:srgbClr val="FFFFFF"/>
                </a:solidFill>
                <a:effectLst/>
              </a:rPr>
              <a:pPr marL="0" indent="0" algn="ctr" defTabSz="1123923">
                <a:spcBef>
                  <a:spcPct val="0"/>
                </a:spcBef>
                <a:buClr>
                  <a:srgbClr val="00457E"/>
                </a:buClr>
                <a:buNone/>
              </a:pPr>
              <a:t>1</a:t>
            </a:fld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7F386F28-4106-E7D9-58D7-275AA19389C5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1514475" y="1044575"/>
            <a:ext cx="1746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123923">
              <a:spcBef>
                <a:spcPct val="0"/>
              </a:spcBef>
              <a:buClr>
                <a:srgbClr val="00457E"/>
              </a:buClr>
              <a:buNone/>
            </a:pPr>
            <a:fld id="{3E1333AB-4316-4B46-8A56-AB526D1C66EE}" type="datetime'''''''''1''''''''''''''3'''''''''''''''''''''''''''">
              <a:rPr lang="en-US" altLang="en-US" sz="1000" b="1" smtClean="0">
                <a:solidFill>
                  <a:srgbClr val="FFFFFF"/>
                </a:solidFill>
              </a:rPr>
              <a:pPr marL="0" indent="0" algn="ctr" defTabSz="1123923">
                <a:spcBef>
                  <a:spcPct val="0"/>
                </a:spcBef>
                <a:buClr>
                  <a:srgbClr val="00457E"/>
                </a:buClr>
                <a:buNone/>
              </a:pPr>
              <a:t>13</a:t>
            </a:fld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D023B3A9-94EC-9A11-4127-30D669A77A94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1216025" y="1960563"/>
            <a:ext cx="1746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123923">
              <a:spcBef>
                <a:spcPct val="0"/>
              </a:spcBef>
              <a:buClr>
                <a:srgbClr val="00457E"/>
              </a:buClr>
              <a:buNone/>
            </a:pPr>
            <a:fld id="{17F39257-95A4-434A-8811-4346B3AD6293}" type="datetime'''''''''''''2''0'''''''''''''''''''''''''''">
              <a:rPr lang="en-US" altLang="en-US" sz="1000" b="1" smtClean="0">
                <a:solidFill>
                  <a:srgbClr val="000000"/>
                </a:solidFill>
              </a:rPr>
              <a:pPr marL="0" indent="0" algn="ctr" defTabSz="1123923">
                <a:spcBef>
                  <a:spcPct val="0"/>
                </a:spcBef>
                <a:buClr>
                  <a:srgbClr val="00457E"/>
                </a:buClr>
                <a:buNone/>
              </a:pPr>
              <a:t>20</a:t>
            </a:fld>
            <a:endParaRPr lang="en-US" sz="1000" b="1">
              <a:solidFill>
                <a:srgbClr val="000000"/>
              </a:solidFill>
            </a:endParaRPr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64002FC5-12D3-A5D4-386B-60805E2B5158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20713" y="1155700"/>
            <a:ext cx="1746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123923">
              <a:spcBef>
                <a:spcPct val="0"/>
              </a:spcBef>
              <a:buClr>
                <a:srgbClr val="00457E"/>
              </a:buClr>
              <a:buNone/>
            </a:pPr>
            <a:fld id="{ECB07A5A-E153-4213-A53E-BF6FADF463FA}" type="datetime'''''''''''''''''''''''''''''''''''''''''''1''''5'''">
              <a:rPr lang="en-US" altLang="en-US" sz="1000" b="1" smtClean="0">
                <a:solidFill>
                  <a:srgbClr val="000000"/>
                </a:solidFill>
              </a:rPr>
              <a:pPr marL="0" indent="0" algn="ctr" defTabSz="1123923">
                <a:spcBef>
                  <a:spcPct val="0"/>
                </a:spcBef>
                <a:buClr>
                  <a:srgbClr val="00457E"/>
                </a:buClr>
                <a:buNone/>
              </a:pPr>
              <a:t>15</a:t>
            </a:fld>
            <a:endParaRPr lang="en-US" sz="1000" b="1">
              <a:solidFill>
                <a:srgbClr val="000000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FA34A61-9EB5-F57B-4710-24C766A6B58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373063" y="2452688"/>
            <a:ext cx="107950" cy="80963"/>
          </a:xfrm>
          <a:prstGeom prst="rect">
            <a:avLst/>
          </a:prstGeom>
          <a:solidFill>
            <a:srgbClr val="000000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009D79-559A-2133-92A0-49256C288B97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373063" y="2595563"/>
            <a:ext cx="107950" cy="80963"/>
          </a:xfrm>
          <a:prstGeom prst="rect">
            <a:avLst/>
          </a:prstGeom>
          <a:solidFill>
            <a:schemeClr val="accent5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/>
            <a:endParaRPr lang="en-US" sz="1867">
              <a:solidFill>
                <a:prstClr val="black"/>
              </a:solidFill>
              <a:latin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31BF84-7BF0-2621-BB56-CB4BD2AAA7E2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373063" y="2738438"/>
            <a:ext cx="107950" cy="80963"/>
          </a:xfrm>
          <a:prstGeom prst="rect">
            <a:avLst/>
          </a:prstGeom>
          <a:solidFill>
            <a:srgbClr val="FCEF39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/>
            <a:endParaRPr lang="en-US" sz="1867">
              <a:solidFill>
                <a:prstClr val="black"/>
              </a:solidFill>
              <a:latin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306800-69C9-5E62-73F6-83833B46AE60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373063" y="2881313"/>
            <a:ext cx="107950" cy="80963"/>
          </a:xfrm>
          <a:prstGeom prst="rect">
            <a:avLst/>
          </a:prstGeom>
          <a:solidFill>
            <a:srgbClr val="38DF1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/>
            <a:endParaRPr lang="en-US" sz="1867">
              <a:solidFill>
                <a:prstClr val="black"/>
              </a:solidFill>
              <a:latin typeface="Arial"/>
            </a:endParaRPr>
          </a:p>
        </p:txBody>
      </p:sp>
      <p:sp>
        <p:nvSpPr>
          <p:cNvPr id="49" name="Textplatzhalter 5">
            <a:extLst>
              <a:ext uri="{FF2B5EF4-FFF2-40B4-BE49-F238E27FC236}">
                <a16:creationId xmlns:a16="http://schemas.microsoft.com/office/drawing/2014/main" id="{1FF9A656-4A9C-2E7A-F497-3BEEA01979FD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531813" y="2449513"/>
            <a:ext cx="452438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23923">
              <a:spcBef>
                <a:spcPct val="0"/>
              </a:spcBef>
              <a:buClr>
                <a:srgbClr val="00457E"/>
              </a:buClr>
              <a:buNone/>
            </a:pPr>
            <a:fld id="{569D6174-0928-4304-BD6F-FE41A334000C}" type="datetime'''''''No'''''''' ''''''''''C''ov''er''''a''''''ge'''''''''''">
              <a:rPr lang="en-US" altLang="en-US" sz="600" smtClean="0">
                <a:solidFill>
                  <a:srgbClr val="000000"/>
                </a:solidFill>
              </a:rPr>
              <a:pPr marL="0" indent="0" defTabSz="1123923">
                <a:spcBef>
                  <a:spcPct val="0"/>
                </a:spcBef>
                <a:buClr>
                  <a:srgbClr val="00457E"/>
                </a:buClr>
                <a:buNone/>
              </a:pPr>
              <a:t>No Coverage</a:t>
            </a:fld>
            <a:endParaRPr lang="en-US" sz="600">
              <a:solidFill>
                <a:srgbClr val="000000"/>
              </a:solidFill>
            </a:endParaRPr>
          </a:p>
        </p:txBody>
      </p:sp>
      <p:sp>
        <p:nvSpPr>
          <p:cNvPr id="34" name="Textplatzhalter 5">
            <a:extLst>
              <a:ext uri="{FF2B5EF4-FFF2-40B4-BE49-F238E27FC236}">
                <a16:creationId xmlns:a16="http://schemas.microsoft.com/office/drawing/2014/main" id="{5A9B4FA0-8BA5-3F69-EAB3-C37EAF386AE7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531813" y="2592388"/>
            <a:ext cx="644525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23923">
              <a:spcBef>
                <a:spcPct val="0"/>
              </a:spcBef>
              <a:buClr>
                <a:srgbClr val="00457E"/>
              </a:buClr>
              <a:buNone/>
            </a:pPr>
            <a:fld id="{8D276CF3-EF05-4503-8039-741BA13DD251}" type="datetime'''''C''ov''e''r''ag''e ''&lt;'''''' 4'''''''' ''''''''d''ays'''">
              <a:rPr lang="en-US" altLang="en-US" sz="600" smtClean="0">
                <a:solidFill>
                  <a:srgbClr val="000000"/>
                </a:solidFill>
              </a:rPr>
              <a:pPr marL="0" indent="0" defTabSz="1123923">
                <a:spcBef>
                  <a:spcPct val="0"/>
                </a:spcBef>
                <a:buClr>
                  <a:srgbClr val="00457E"/>
                </a:buClr>
                <a:buNone/>
              </a:pPr>
              <a:t>Coverage &lt; 4 days</a:t>
            </a:fld>
            <a:endParaRPr lang="en-US" sz="600">
              <a:solidFill>
                <a:srgbClr val="000000"/>
              </a:solidFill>
            </a:endParaRPr>
          </a:p>
        </p:txBody>
      </p:sp>
      <p:sp>
        <p:nvSpPr>
          <p:cNvPr id="35" name="Textplatzhalter 5">
            <a:extLst>
              <a:ext uri="{FF2B5EF4-FFF2-40B4-BE49-F238E27FC236}">
                <a16:creationId xmlns:a16="http://schemas.microsoft.com/office/drawing/2014/main" id="{179ED378-D88E-1016-7260-65EEAD21D984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531813" y="2735263"/>
            <a:ext cx="769938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23923">
              <a:spcBef>
                <a:spcPct val="0"/>
              </a:spcBef>
              <a:buClr>
                <a:srgbClr val="00457E"/>
              </a:buClr>
              <a:buNone/>
            </a:pPr>
            <a:fld id="{B1347440-B866-445A-8A09-C63CFF3E9931}" type="datetime'Co''''verag''''e 5 ''t''o'' 1''5'' ''''''''''d''a''ys'''">
              <a:rPr lang="en-IN" altLang="en-US" sz="600" smtClean="0">
                <a:solidFill>
                  <a:srgbClr val="000000"/>
                </a:solidFill>
              </a:rPr>
              <a:pPr marL="0" indent="0" defTabSz="1123923">
                <a:spcBef>
                  <a:spcPct val="0"/>
                </a:spcBef>
                <a:buClr>
                  <a:srgbClr val="00457E"/>
                </a:buClr>
                <a:buNone/>
              </a:pPr>
              <a:t>Coverage 5 to 15 days</a:t>
            </a:fld>
            <a:endParaRPr lang="en-US" sz="600">
              <a:solidFill>
                <a:srgbClr val="000000"/>
              </a:solidFill>
            </a:endParaRPr>
          </a:p>
        </p:txBody>
      </p:sp>
      <p:sp>
        <p:nvSpPr>
          <p:cNvPr id="37" name="Textplatzhalter 5">
            <a:extLst>
              <a:ext uri="{FF2B5EF4-FFF2-40B4-BE49-F238E27FC236}">
                <a16:creationId xmlns:a16="http://schemas.microsoft.com/office/drawing/2014/main" id="{F66AB71C-98BE-571D-74A0-E2A2A58D6582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531813" y="2878138"/>
            <a:ext cx="687388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859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 2" panose="05020102010507070707" pitchFamily="18" charset="2"/>
              <a:buChar char="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9569" indent="-192881" algn="l" defTabSz="842963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354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947" indent="-178594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922" indent="-179785" algn="l" defTabSz="842963" rtl="0" eaLnBrk="1" fontAlgn="base" hangingPunct="1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lang="en-GB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8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23923">
              <a:spcBef>
                <a:spcPct val="0"/>
              </a:spcBef>
              <a:buClr>
                <a:srgbClr val="00457E"/>
              </a:buClr>
              <a:buNone/>
            </a:pPr>
            <a:fld id="{EF7476FB-54DA-4CBC-950F-2F1767871C88}" type="datetime'Co''ve''''r''''''''''''a''ge ''''&gt; 15'' ''da''''''y''s'''''">
              <a:rPr lang="en-US" altLang="en-US" sz="600" smtClean="0">
                <a:solidFill>
                  <a:srgbClr val="000000"/>
                </a:solidFill>
              </a:rPr>
              <a:pPr marL="0" indent="0" defTabSz="1123923">
                <a:spcBef>
                  <a:spcPct val="0"/>
                </a:spcBef>
                <a:buClr>
                  <a:srgbClr val="00457E"/>
                </a:buClr>
                <a:buNone/>
              </a:pPr>
              <a:t>Coverage &gt; 15 days</a:t>
            </a:fld>
            <a:endParaRPr lang="en-US" sz="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4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34D2720-34BC-3A39-80B2-968291A90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4D2720-34BC-3A39-80B2-968291A90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Table 33">
            <a:extLst>
              <a:ext uri="{FF2B5EF4-FFF2-40B4-BE49-F238E27FC236}">
                <a16:creationId xmlns:a16="http://schemas.microsoft.com/office/drawing/2014/main" id="{AB01E98A-932B-08A6-9069-F326CACF2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349934"/>
              </p:ext>
            </p:extLst>
          </p:nvPr>
        </p:nvGraphicFramePr>
        <p:xfrm>
          <a:off x="83782" y="278793"/>
          <a:ext cx="8976436" cy="4240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2518">
                  <a:extLst>
                    <a:ext uri="{9D8B030D-6E8A-4147-A177-3AD203B41FA5}">
                      <a16:colId xmlns:a16="http://schemas.microsoft.com/office/drawing/2014/main" val="1904553561"/>
                    </a:ext>
                  </a:extLst>
                </a:gridCol>
                <a:gridCol w="678811">
                  <a:extLst>
                    <a:ext uri="{9D8B030D-6E8A-4147-A177-3AD203B41FA5}">
                      <a16:colId xmlns:a16="http://schemas.microsoft.com/office/drawing/2014/main" val="3324319140"/>
                    </a:ext>
                  </a:extLst>
                </a:gridCol>
                <a:gridCol w="640454">
                  <a:extLst>
                    <a:ext uri="{9D8B030D-6E8A-4147-A177-3AD203B41FA5}">
                      <a16:colId xmlns:a16="http://schemas.microsoft.com/office/drawing/2014/main" val="3951495478"/>
                    </a:ext>
                  </a:extLst>
                </a:gridCol>
                <a:gridCol w="558870">
                  <a:extLst>
                    <a:ext uri="{9D8B030D-6E8A-4147-A177-3AD203B41FA5}">
                      <a16:colId xmlns:a16="http://schemas.microsoft.com/office/drawing/2014/main" val="911494337"/>
                    </a:ext>
                  </a:extLst>
                </a:gridCol>
                <a:gridCol w="857803">
                  <a:extLst>
                    <a:ext uri="{9D8B030D-6E8A-4147-A177-3AD203B41FA5}">
                      <a16:colId xmlns:a16="http://schemas.microsoft.com/office/drawing/2014/main" val="2861239323"/>
                    </a:ext>
                  </a:extLst>
                </a:gridCol>
                <a:gridCol w="932255">
                  <a:extLst>
                    <a:ext uri="{9D8B030D-6E8A-4147-A177-3AD203B41FA5}">
                      <a16:colId xmlns:a16="http://schemas.microsoft.com/office/drawing/2014/main" val="3341615798"/>
                    </a:ext>
                  </a:extLst>
                </a:gridCol>
                <a:gridCol w="791470">
                  <a:extLst>
                    <a:ext uri="{9D8B030D-6E8A-4147-A177-3AD203B41FA5}">
                      <a16:colId xmlns:a16="http://schemas.microsoft.com/office/drawing/2014/main" val="4164829128"/>
                    </a:ext>
                  </a:extLst>
                </a:gridCol>
                <a:gridCol w="880230">
                  <a:extLst>
                    <a:ext uri="{9D8B030D-6E8A-4147-A177-3AD203B41FA5}">
                      <a16:colId xmlns:a16="http://schemas.microsoft.com/office/drawing/2014/main" val="1787694410"/>
                    </a:ext>
                  </a:extLst>
                </a:gridCol>
                <a:gridCol w="2844025">
                  <a:extLst>
                    <a:ext uri="{9D8B030D-6E8A-4147-A177-3AD203B41FA5}">
                      <a16:colId xmlns:a16="http://schemas.microsoft.com/office/drawing/2014/main" val="1464571124"/>
                    </a:ext>
                  </a:extLst>
                </a:gridCol>
              </a:tblGrid>
              <a:tr h="38093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Supplier name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10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Host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10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Material Planner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10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SDA 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10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Coverage Date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10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Coverage after actions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10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Affected product 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10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Customer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83" rtl="0" eaLnBrk="1" fontAlgn="b" latinLnBrk="0" hangingPunct="1"/>
                      <a:r>
                        <a:rPr lang="en-US" sz="1000" b="1" kern="1200" noProof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+mj-cs"/>
                        </a:rPr>
                        <a:t>Remarks</a:t>
                      </a: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061719"/>
                  </a:ext>
                </a:extLst>
              </a:tr>
              <a:tr h="6118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0" i="0" u="none" strike="noStrike" noProof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700" b="0" i="0" u="none" strike="noStrike" noProof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287020" marR="0" lvl="0" indent="-22860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</a:pPr>
                      <a:endParaRPr lang="en-US" sz="700" b="1" i="0" u="none" strike="noStrike" noProof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78113093"/>
                  </a:ext>
                </a:extLst>
              </a:tr>
              <a:tr h="659087">
                <a:tc>
                  <a:txBody>
                    <a:bodyPr/>
                    <a:lstStyle/>
                    <a:p>
                      <a:pPr marL="0" marR="0" lvl="0" indent="0" algn="l" defTabSz="84410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844104" rtl="0" eaLnBrk="1" fontAlgn="ctr" latinLnBrk="0" hangingPunct="1"/>
                      <a:endParaRPr 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287020" marR="0" lvl="0" indent="-22860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</a:pPr>
                      <a:endParaRPr lang="en-US" sz="700" b="0" i="0" u="none" strike="noStrike" kern="1200" noProof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04560722"/>
                  </a:ext>
                </a:extLst>
              </a:tr>
              <a:tr h="4230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4410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844104" rtl="0" eaLnBrk="1" fontAlgn="ctr" latinLnBrk="0" hangingPunct="1"/>
                      <a:endParaRPr 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 b="0" u="none">
                        <a:solidFill>
                          <a:schemeClr val="tx1"/>
                        </a:solidFill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288925" indent="-228600">
                        <a:buAutoNum type="arabicParenR"/>
                      </a:pPr>
                      <a:endParaRPr lang="en-US" sz="700"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5676986"/>
                  </a:ext>
                </a:extLst>
              </a:tr>
              <a:tr h="441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4410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844104" rtl="0" eaLnBrk="1" fontAlgn="ctr" latinLnBrk="0" hangingPunct="1"/>
                      <a:endParaRPr lang="en-US" sz="700" b="0" i="0" u="none" strike="noStrike" kern="1200" dirty="0"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 b="0" u="none">
                        <a:solidFill>
                          <a:schemeClr val="tx1"/>
                        </a:solidFill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288925" indent="-228600">
                        <a:buAutoNum type="arabicParenR"/>
                      </a:pPr>
                      <a:endParaRPr lang="en-US" sz="7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2170790"/>
                  </a:ext>
                </a:extLst>
              </a:tr>
              <a:tr h="4230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4410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844104" rtl="0" eaLnBrk="1" fontAlgn="ctr" latinLnBrk="0" hangingPunct="1"/>
                      <a:endParaRPr lang="en-US" sz="700" b="0" i="0" u="none" strike="noStrike" kern="1200" dirty="0"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288925" indent="-228600">
                        <a:buAutoNum type="arabicParenR"/>
                      </a:pPr>
                      <a:endParaRPr lang="en-US" sz="70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3203910"/>
                  </a:ext>
                </a:extLst>
              </a:tr>
              <a:tr h="4230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4410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844104" rtl="0" eaLnBrk="1" fontAlgn="ctr" latinLnBrk="0" hangingPunct="1"/>
                      <a:endParaRPr lang="en-US" sz="700" b="0" i="0" u="none" strike="noStrike" kern="1200"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288925" indent="-228600">
                        <a:buAutoNum type="arabicParenR"/>
                      </a:pPr>
                      <a:endParaRPr lang="en-US" sz="700" dirty="0"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11912019"/>
                  </a:ext>
                </a:extLst>
              </a:tr>
              <a:tr h="5505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4410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844104" rtl="0" eaLnBrk="1" fontAlgn="ctr" latinLnBrk="0" hangingPunct="1"/>
                      <a:endParaRPr lang="en-US" sz="700" b="0" i="0" u="none" strike="noStrike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 b="0" u="none">
                        <a:solidFill>
                          <a:schemeClr val="tx1"/>
                        </a:solidFill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60325" indent="0">
                        <a:buNone/>
                      </a:pPr>
                      <a:endParaRPr lang="en-US" sz="7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91192176"/>
                  </a:ext>
                </a:extLst>
              </a:tr>
              <a:tr h="3273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4410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844104" rtl="0" eaLnBrk="1" fontAlgn="ctr" latinLnBrk="0" hangingPunct="1"/>
                      <a:endParaRPr lang="en-US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84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60325" lvl="0" indent="0">
                        <a:buNone/>
                      </a:pPr>
                      <a:endParaRPr lang="en-US" sz="700" dirty="0"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29489225"/>
                  </a:ext>
                </a:extLst>
              </a:tr>
            </a:tbl>
          </a:graphicData>
        </a:graphic>
      </p:graphicFrame>
      <p:sp>
        <p:nvSpPr>
          <p:cNvPr id="2" name="Rechteck: abgerundete Ecken 28">
            <a:extLst>
              <a:ext uri="{FF2B5EF4-FFF2-40B4-BE49-F238E27FC236}">
                <a16:creationId xmlns:a16="http://schemas.microsoft.com/office/drawing/2014/main" id="{5AFAAF1C-299C-2945-EC26-29548DF41C2A}"/>
              </a:ext>
            </a:extLst>
          </p:cNvPr>
          <p:cNvSpPr/>
          <p:nvPr/>
        </p:nvSpPr>
        <p:spPr>
          <a:xfrm>
            <a:off x="82491" y="225807"/>
            <a:ext cx="3139148" cy="52987"/>
          </a:xfrm>
          <a:prstGeom prst="roundRect">
            <a:avLst/>
          </a:prstGeom>
          <a:solidFill>
            <a:srgbClr val="EAEAEA">
              <a:alpha val="61961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27000" rIns="54000" bIns="27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3" name="Titel 3">
            <a:extLst>
              <a:ext uri="{FF2B5EF4-FFF2-40B4-BE49-F238E27FC236}">
                <a16:creationId xmlns:a16="http://schemas.microsoft.com/office/drawing/2014/main" id="{574054F2-B7E8-A12D-3580-1AF860910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74" y="73097"/>
            <a:ext cx="7409740" cy="207749"/>
          </a:xfrm>
        </p:spPr>
        <p:txBody>
          <a:bodyPr vert="horz"/>
          <a:lstStyle>
            <a:defPPr>
              <a:defRPr lang="de-DE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Segoe UI Semibold" panose="020B0702040204020203" pitchFamily="34" charset="0"/>
              </a:rPr>
              <a:t>Fulfillment Overview (impacted suppliers)</a:t>
            </a:r>
          </a:p>
        </p:txBody>
      </p:sp>
      <p:sp>
        <p:nvSpPr>
          <p:cNvPr id="4" name="Fußzeilenplatzhalter 5">
            <a:extLst>
              <a:ext uri="{FF2B5EF4-FFF2-40B4-BE49-F238E27FC236}">
                <a16:creationId xmlns:a16="http://schemas.microsoft.com/office/drawing/2014/main" id="{918228A4-7F07-FA35-E40F-26E3CA6E1E97}"/>
              </a:ext>
            </a:extLst>
          </p:cNvPr>
          <p:cNvSpPr txBox="1">
            <a:spLocks/>
          </p:cNvSpPr>
          <p:nvPr/>
        </p:nvSpPr>
        <p:spPr>
          <a:xfrm>
            <a:off x="4644008" y="4932000"/>
            <a:ext cx="393325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6858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T/SC SDA – 03/2026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D4E7DF-23A2-F325-8A3A-306FCC723E70}"/>
              </a:ext>
            </a:extLst>
          </p:cNvPr>
          <p:cNvSpPr txBox="1">
            <a:spLocks/>
          </p:cNvSpPr>
          <p:nvPr/>
        </p:nvSpPr>
        <p:spPr>
          <a:xfrm>
            <a:off x="8605142" y="4932000"/>
            <a:ext cx="288033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6858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 </a:t>
            </a:r>
            <a:fld id="{32A3AFEB-C85B-47D1-BA73-3CD462239BF2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11" name="Textfeld 26">
            <a:extLst>
              <a:ext uri="{FF2B5EF4-FFF2-40B4-BE49-F238E27FC236}">
                <a16:creationId xmlns:a16="http://schemas.microsoft.com/office/drawing/2014/main" id="{7912B233-CF39-78FC-94B6-9D6A2CCB75BD}"/>
              </a:ext>
            </a:extLst>
          </p:cNvPr>
          <p:cNvSpPr txBox="1"/>
          <p:nvPr/>
        </p:nvSpPr>
        <p:spPr>
          <a:xfrm>
            <a:off x="7595299" y="67500"/>
            <a:ext cx="1463627" cy="150813"/>
          </a:xfrm>
          <a:prstGeom prst="rect">
            <a:avLst/>
          </a:prstGeom>
          <a:noFill/>
        </p:spPr>
        <p:txBody>
          <a:bodyPr wrap="square" lIns="35648" tIns="17825" rIns="35648" bIns="17825" rtlCol="0" anchor="t">
            <a:noAutofit/>
          </a:bodyPr>
          <a:lstStyle/>
          <a:p>
            <a:pPr defTabSz="452735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457E"/>
              </a:buClr>
              <a:defRPr/>
            </a:pPr>
            <a:r>
              <a:rPr lang="en-US" sz="900" b="1" noProof="0">
                <a:solidFill>
                  <a:srgbClr val="00457E"/>
                </a:solidFill>
                <a:latin typeface="Arial"/>
              </a:rPr>
              <a:t>Last Update: 25</a:t>
            </a:r>
            <a:r>
              <a:rPr lang="en-US" sz="900" b="1">
                <a:solidFill>
                  <a:srgbClr val="00457E"/>
                </a:solidFill>
                <a:latin typeface="Arial"/>
              </a:rPr>
              <a:t>.03.2026</a:t>
            </a:r>
            <a:endParaRPr lang="en-US" sz="900" b="1" noProof="0">
              <a:solidFill>
                <a:srgbClr val="00457E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1350501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Ec9BLqKNhYGIIGSY_Ne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0Bn3ePpdz6L6LFHZZBe4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xeMd0X0RMcnVgMrct2Y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cFGeudofVjUfSWm95D0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UuyvNbY_FoHPG4AVx6p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9Sp3SakDBPo4EuBtkqx6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Tj5aIPoVjFXcyI5XEQR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UZFRso9H0n3DK8qlvcA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lDhfnAO8QlByZY05JFy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3Kyq_ufDQHiHXUdHVPIb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P2nKuN8sP8Oh5EVqRWU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lAM4BrIq87DscbxqHao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AV1E5_MjjxTbiS2oSqm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Ic6h1Gfr4zE5ICCfMyq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5mfS_TEMlQCtDYbhKHHA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qXwvdS8PqaleaQ4v_h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0Zw6OZr6gStQ6b1Wp8Y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5VzA09Ed.fGzKtKHM_.8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81GJ1TX7OYMNC_nk5hgx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5FxHrk35DILgezbz0cnF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yG1zhd9IMJa2mWfsoTM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hE2f65ChcNeDZk3by_A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AcrymCIQM2Hf_dqKfyW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u2U6vTX4IUH6nFZNV0c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4NpvpxYA2kgNm_Y01in6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TS_PWIU87MTlr_4JAEEf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PF5AeoPhmuUBm5iyeQ1H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u90NUous0Aea1YvTWQr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RfMLNWxjbCx3zBanc3Q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zRzJjfLlRDr85UPznu0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t9p8z4ARgHwOYcdZWh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zn5SkuJiRYsfcEsNzTM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-extended">
  <a:themeElements>
    <a:clrScheme name="KnorrNeu2">
      <a:dk1>
        <a:sysClr val="windowText" lastClr="000000"/>
      </a:dk1>
      <a:lt1>
        <a:srgbClr val="FFFFFF"/>
      </a:lt1>
      <a:dk2>
        <a:srgbClr val="00457E"/>
      </a:dk2>
      <a:lt2>
        <a:srgbClr val="D8DCE5"/>
      </a:lt2>
      <a:accent1>
        <a:srgbClr val="3F7AB6"/>
      </a:accent1>
      <a:accent2>
        <a:srgbClr val="9CB0BF"/>
      </a:accent2>
      <a:accent3>
        <a:srgbClr val="DA931A"/>
      </a:accent3>
      <a:accent4>
        <a:srgbClr val="B7C72A"/>
      </a:accent4>
      <a:accent5>
        <a:srgbClr val="C1001F"/>
      </a:accent5>
      <a:accent6>
        <a:srgbClr val="00B5E2"/>
      </a:accent6>
      <a:hlink>
        <a:srgbClr val="95A0B9"/>
      </a:hlink>
      <a:folHlink>
        <a:srgbClr val="465C6D"/>
      </a:folHlink>
    </a:clrScheme>
    <a:fontScheme name="KB_20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noFill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36000" rIns="72000" bIns="36000" rtlCol="0">
        <a:spAutoFit/>
      </a:bodyPr>
      <a:lstStyle>
        <a:defPPr marL="177800" indent="-177800" algn="l">
          <a:buClr>
            <a:schemeClr val="tx2"/>
          </a:buClr>
          <a:buFont typeface="Wingdings" panose="05000000000000000000" pitchFamily="2" charset="2"/>
          <a:buChar char="§"/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A48211CC-A0A3-4BEF-9049-B3997DB14682}" vid="{1E16DEBE-1FD5-43E9-A25E-8DEE4CB54F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</TotalTime>
  <Words>331</Words>
  <Application>Microsoft Office PowerPoint</Application>
  <PresentationFormat>On-screen Show (16:9)</PresentationFormat>
  <Paragraphs>79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Segoe UI Semibold</vt:lpstr>
      <vt:lpstr>Wingdings</vt:lpstr>
      <vt:lpstr>Wingdings 2</vt:lpstr>
      <vt:lpstr>Theme1-extended</vt:lpstr>
      <vt:lpstr>think-cell Slide</vt:lpstr>
      <vt:lpstr>Evaluation: 48 possible suppliers being checked (15 already affected)</vt:lpstr>
      <vt:lpstr>Fulfillment Overview (impacted suppliers)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Sinha, Rahul</dc:creator>
  <cp:lastModifiedBy>Sinha, Rahul</cp:lastModifiedBy>
  <cp:revision>2</cp:revision>
  <dcterms:created xsi:type="dcterms:W3CDTF">2026-03-29T06:51:03Z</dcterms:created>
  <dcterms:modified xsi:type="dcterms:W3CDTF">2026-03-29T07:03:37Z</dcterms:modified>
</cp:coreProperties>
</file>